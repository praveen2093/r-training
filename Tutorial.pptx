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1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5"/>
  </p:notesMasterIdLst>
  <p:sldIdLst>
    <p:sldId id="258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8" r:id="rId10"/>
    <p:sldId id="269" r:id="rId11"/>
    <p:sldId id="270" r:id="rId12"/>
    <p:sldId id="271" r:id="rId13"/>
    <p:sldId id="275" r:id="rId14"/>
    <p:sldId id="276" r:id="rId15"/>
    <p:sldId id="277" r:id="rId16"/>
    <p:sldId id="278" r:id="rId17"/>
    <p:sldId id="266" r:id="rId18"/>
    <p:sldId id="267" r:id="rId19"/>
    <p:sldId id="329" r:id="rId20"/>
    <p:sldId id="330" r:id="rId21"/>
    <p:sldId id="279" r:id="rId22"/>
    <p:sldId id="280" r:id="rId23"/>
    <p:sldId id="281" r:id="rId24"/>
    <p:sldId id="282" r:id="rId25"/>
    <p:sldId id="283" r:id="rId26"/>
    <p:sldId id="284" r:id="rId27"/>
    <p:sldId id="285" r:id="rId28"/>
    <p:sldId id="286" r:id="rId29"/>
    <p:sldId id="287" r:id="rId30"/>
    <p:sldId id="288" r:id="rId31"/>
    <p:sldId id="289" r:id="rId32"/>
    <p:sldId id="290" r:id="rId33"/>
    <p:sldId id="291" r:id="rId34"/>
    <p:sldId id="292" r:id="rId35"/>
    <p:sldId id="293" r:id="rId36"/>
    <p:sldId id="294" r:id="rId37"/>
    <p:sldId id="295" r:id="rId38"/>
    <p:sldId id="296" r:id="rId39"/>
    <p:sldId id="297" r:id="rId40"/>
    <p:sldId id="298" r:id="rId41"/>
    <p:sldId id="299" r:id="rId42"/>
    <p:sldId id="300" r:id="rId43"/>
    <p:sldId id="301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prit" initials="S" lastIdx="2" clrIdx="0">
    <p:extLst>
      <p:ext uri="{19B8F6BF-5375-455C-9EA6-DF929625EA0E}">
        <p15:presenceInfo xmlns:p15="http://schemas.microsoft.com/office/powerpoint/2012/main" userId="Suprit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F2E0"/>
    <a:srgbClr val="800000"/>
    <a:srgbClr val="A50021"/>
    <a:srgbClr val="FFCC00"/>
    <a:srgbClr val="B5D2EC"/>
    <a:srgbClr val="003300"/>
    <a:srgbClr val="D34435"/>
    <a:srgbClr val="55D632"/>
    <a:srgbClr val="FF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341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2" y="19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commentAuthors" Target="commentAuthor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0_2">
  <dgm:title val=""/>
  <dgm:desc val=""/>
  <dgm:catLst>
    <dgm:cat type="mainScheme" pri="10200"/>
  </dgm:catLst>
  <dgm:styleLbl name="node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lig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lnNode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dk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node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f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dk2">
        <a:tint val="4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dk2"/>
    </dgm:txFillClrLst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1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2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3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asst4">
    <dgm:fillClrLst meth="repeat">
      <a:schemeClr val="lt1"/>
    </dgm:fillClrLst>
    <dgm:linClrLst meth="repeat">
      <a:schemeClr val="dk2">
        <a:shade val="80000"/>
      </a:schemeClr>
    </dgm:linClrLst>
    <dgm:effectClrLst/>
    <dgm:txLinClrLst/>
    <dgm:txFillClrLst meth="repeat">
      <a:schemeClr val="dk2"/>
    </dgm:txFillClrLst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conF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align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trAlignAcc1">
    <dgm:fillClrLst meth="repeat">
      <a:schemeClr val="dk2">
        <a:alpha val="4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Acc1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F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Align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solidBgAcc1">
    <dgm:fillClrLst meth="repeat">
      <a:schemeClr val="lt1"/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dk2">
        <a:alpha val="90000"/>
      </a:schemeClr>
    </dgm:linClrLst>
    <dgm:effectClrLst/>
    <dgm:txLinClrLst/>
    <dgm:txFillClrLst meth="repeat">
      <a:schemeClr val="dk2"/>
    </dgm:txFillClrLst>
    <dgm:txEffectClrLst/>
  </dgm:styleLbl>
  <dgm:styleLbl name="fgAcc0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2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3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fgAcc4">
    <dgm:fillClrLst meth="repeat">
      <a:schemeClr val="dk2">
        <a:alpha val="90000"/>
        <a:tint val="40000"/>
      </a:schemeClr>
    </dgm:fillClrLst>
    <dgm:linClrLst meth="repeat">
      <a:schemeClr val="dk2"/>
    </dgm:linClrLst>
    <dgm:effectClrLst/>
    <dgm:txLinClrLst/>
    <dgm:txFillClrLst meth="repeat">
      <a:schemeClr val="dk2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1"/>
    </dgm:linClrLst>
    <dgm:effectClrLst/>
    <dgm:txLinClrLst/>
    <dgm:txFillClrLst meth="repeat">
      <a:schemeClr val="dk2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2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2_1">
  <dgm:title val=""/>
  <dgm:desc val=""/>
  <dgm:catLst>
    <dgm:cat type="accent2" pri="11100"/>
  </dgm:catLst>
  <dgm:styleLbl name="node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4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2">
        <a:alpha val="4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2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2">
        <a:alpha val="90000"/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1799507-03CB-420A-B50A-F96FB5307425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C2D554D8-1937-4D38-9771-4585994AB3EA}">
      <dgm:prSet phldrT="[Text]"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Version 1.0.0 February 2000</a:t>
          </a:r>
          <a:endParaRPr lang="en-IN" sz="1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123914-D13A-4ED6-8454-A009F64AAF00}" type="parTrans" cxnId="{55DE4D2F-13A9-454D-8A7D-7CEC8445D8CD}">
      <dgm:prSet/>
      <dgm:spPr/>
      <dgm:t>
        <a:bodyPr/>
        <a:lstStyle/>
        <a:p>
          <a:endParaRPr lang="en-IN"/>
        </a:p>
      </dgm:t>
    </dgm:pt>
    <dgm:pt modelId="{92605EC4-AFA0-40A2-A0AF-7A668EFC3D13}" type="sibTrans" cxnId="{55DE4D2F-13A9-454D-8A7D-7CEC8445D8CD}">
      <dgm:prSet/>
      <dgm:spPr/>
      <dgm:t>
        <a:bodyPr/>
        <a:lstStyle/>
        <a:p>
          <a:endParaRPr lang="en-IN"/>
        </a:p>
      </dgm:t>
    </dgm:pt>
    <dgm:pt modelId="{15F4C52D-6DE7-45A9-B0BB-C6B629044472}">
      <dgm:prSet phldrT="[Text]"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Version 2.0.0 October 2004</a:t>
          </a:r>
          <a:endParaRPr lang="en-IN" sz="1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44B13DE-C496-41EB-BAF4-44172202EBD6}" type="parTrans" cxnId="{F27CB1CE-DA74-41BC-8090-BBE2801139A1}">
      <dgm:prSet/>
      <dgm:spPr/>
      <dgm:t>
        <a:bodyPr/>
        <a:lstStyle/>
        <a:p>
          <a:endParaRPr lang="en-IN"/>
        </a:p>
      </dgm:t>
    </dgm:pt>
    <dgm:pt modelId="{6ECFA05E-E3EE-41A8-B7CD-4602482C3A82}" type="sibTrans" cxnId="{F27CB1CE-DA74-41BC-8090-BBE2801139A1}">
      <dgm:prSet/>
      <dgm:spPr/>
      <dgm:t>
        <a:bodyPr/>
        <a:lstStyle/>
        <a:p>
          <a:endParaRPr lang="en-IN"/>
        </a:p>
      </dgm:t>
    </dgm:pt>
    <dgm:pt modelId="{AE089E53-958B-4C28-9935-D8ED7B3AF013}">
      <dgm:prSet phldrT="[Text]" custT="1"/>
      <dgm:spPr/>
      <dgm:t>
        <a:bodyPr/>
        <a:lstStyle/>
        <a:p>
          <a:r>
            <a:rPr lang="en-US" sz="1800" b="1" dirty="0">
              <a:latin typeface="Times New Roman" panose="02020603050405020304" pitchFamily="18" charset="0"/>
              <a:cs typeface="Times New Roman" panose="02020603050405020304" pitchFamily="18" charset="0"/>
            </a:rPr>
            <a:t>Version 4.6.0 May 2026</a:t>
          </a:r>
          <a:endParaRPr lang="en-IN" sz="18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95BB6C2-184C-4263-882F-22C6F7D1A4B9}" type="parTrans" cxnId="{4A815B9C-8EC5-4EE9-89EA-2A91B070630F}">
      <dgm:prSet/>
      <dgm:spPr/>
      <dgm:t>
        <a:bodyPr/>
        <a:lstStyle/>
        <a:p>
          <a:endParaRPr lang="en-IN"/>
        </a:p>
      </dgm:t>
    </dgm:pt>
    <dgm:pt modelId="{BE308473-FEE4-48B2-94C0-B2994ADAE49F}" type="sibTrans" cxnId="{4A815B9C-8EC5-4EE9-89EA-2A91B070630F}">
      <dgm:prSet/>
      <dgm:spPr/>
      <dgm:t>
        <a:bodyPr/>
        <a:lstStyle/>
        <a:p>
          <a:endParaRPr lang="en-IN"/>
        </a:p>
      </dgm:t>
    </dgm:pt>
    <dgm:pt modelId="{CE4EA1B2-8739-41EC-AFC5-079A162837F5}" type="pres">
      <dgm:prSet presAssocID="{E1799507-03CB-420A-B50A-F96FB5307425}" presName="Name0" presStyleCnt="0">
        <dgm:presLayoutVars>
          <dgm:dir/>
          <dgm:resizeHandles val="exact"/>
        </dgm:presLayoutVars>
      </dgm:prSet>
      <dgm:spPr/>
    </dgm:pt>
    <dgm:pt modelId="{B10C167F-8A4C-4DC7-B36E-BC16CDF0BF19}" type="pres">
      <dgm:prSet presAssocID="{E1799507-03CB-420A-B50A-F96FB5307425}" presName="arrow" presStyleLbl="bgShp" presStyleIdx="0" presStyleCnt="1" custScaleY="250000" custLinFactY="14258" custLinFactNeighborX="-6094" custLinFactNeighborY="100000"/>
      <dgm:spPr/>
    </dgm:pt>
    <dgm:pt modelId="{5B90BEE9-F6F8-4189-AA4B-E97608673012}" type="pres">
      <dgm:prSet presAssocID="{E1799507-03CB-420A-B50A-F96FB5307425}" presName="points" presStyleCnt="0"/>
      <dgm:spPr/>
    </dgm:pt>
    <dgm:pt modelId="{8B19848D-7FD0-4FC7-984A-15BD3B1D0131}" type="pres">
      <dgm:prSet presAssocID="{C2D554D8-1937-4D38-9771-4585994AB3EA}" presName="compositeA" presStyleCnt="0"/>
      <dgm:spPr/>
    </dgm:pt>
    <dgm:pt modelId="{B710330A-351E-4868-9F1F-D5EB407FF355}" type="pres">
      <dgm:prSet presAssocID="{C2D554D8-1937-4D38-9771-4585994AB3EA}" presName="textA" presStyleLbl="revTx" presStyleIdx="0" presStyleCnt="3">
        <dgm:presLayoutVars>
          <dgm:bulletEnabled val="1"/>
        </dgm:presLayoutVars>
      </dgm:prSet>
      <dgm:spPr/>
    </dgm:pt>
    <dgm:pt modelId="{1A987B80-A23E-4DEC-B0EB-E0C40711388D}" type="pres">
      <dgm:prSet presAssocID="{C2D554D8-1937-4D38-9771-4585994AB3EA}" presName="circleA" presStyleLbl="node1" presStyleIdx="0" presStyleCnt="3"/>
      <dgm:spPr/>
    </dgm:pt>
    <dgm:pt modelId="{7D10F306-AF07-490F-8AD4-1B7516AF5CCA}" type="pres">
      <dgm:prSet presAssocID="{C2D554D8-1937-4D38-9771-4585994AB3EA}" presName="spaceA" presStyleCnt="0"/>
      <dgm:spPr/>
    </dgm:pt>
    <dgm:pt modelId="{AD46B064-2251-45A6-A232-8D13AB3227BB}" type="pres">
      <dgm:prSet presAssocID="{92605EC4-AFA0-40A2-A0AF-7A668EFC3D13}" presName="space" presStyleCnt="0"/>
      <dgm:spPr/>
    </dgm:pt>
    <dgm:pt modelId="{C6290655-A7FD-4918-9B44-C98984A6AFF1}" type="pres">
      <dgm:prSet presAssocID="{15F4C52D-6DE7-45A9-B0BB-C6B629044472}" presName="compositeB" presStyleCnt="0"/>
      <dgm:spPr/>
    </dgm:pt>
    <dgm:pt modelId="{46DCE8C1-B11C-41E1-B887-798FCCFA4B83}" type="pres">
      <dgm:prSet presAssocID="{15F4C52D-6DE7-45A9-B0BB-C6B629044472}" presName="textB" presStyleLbl="revTx" presStyleIdx="1" presStyleCnt="3">
        <dgm:presLayoutVars>
          <dgm:bulletEnabled val="1"/>
        </dgm:presLayoutVars>
      </dgm:prSet>
      <dgm:spPr/>
    </dgm:pt>
    <dgm:pt modelId="{E5BFC27B-9F25-424F-9BD8-87486400E4BE}" type="pres">
      <dgm:prSet presAssocID="{15F4C52D-6DE7-45A9-B0BB-C6B629044472}" presName="circleB" presStyleLbl="node1" presStyleIdx="1" presStyleCnt="3"/>
      <dgm:spPr/>
    </dgm:pt>
    <dgm:pt modelId="{D0EA480A-4C37-4A69-A844-772DFCC40DAB}" type="pres">
      <dgm:prSet presAssocID="{15F4C52D-6DE7-45A9-B0BB-C6B629044472}" presName="spaceB" presStyleCnt="0"/>
      <dgm:spPr/>
    </dgm:pt>
    <dgm:pt modelId="{B9266037-70C6-4F94-B7CA-6E69E1EAE6BF}" type="pres">
      <dgm:prSet presAssocID="{6ECFA05E-E3EE-41A8-B7CD-4602482C3A82}" presName="space" presStyleCnt="0"/>
      <dgm:spPr/>
    </dgm:pt>
    <dgm:pt modelId="{6F62A998-9F47-464A-9E98-9C1DB3E08CA1}" type="pres">
      <dgm:prSet presAssocID="{AE089E53-958B-4C28-9935-D8ED7B3AF013}" presName="compositeA" presStyleCnt="0"/>
      <dgm:spPr/>
    </dgm:pt>
    <dgm:pt modelId="{B9F175E5-E2D8-4BB1-852A-960420CF929B}" type="pres">
      <dgm:prSet presAssocID="{AE089E53-958B-4C28-9935-D8ED7B3AF013}" presName="textA" presStyleLbl="revTx" presStyleIdx="2" presStyleCnt="3">
        <dgm:presLayoutVars>
          <dgm:bulletEnabled val="1"/>
        </dgm:presLayoutVars>
      </dgm:prSet>
      <dgm:spPr/>
    </dgm:pt>
    <dgm:pt modelId="{1F3A9729-47C5-49EE-B8D6-792D3D6B326D}" type="pres">
      <dgm:prSet presAssocID="{AE089E53-958B-4C28-9935-D8ED7B3AF013}" presName="circleA" presStyleLbl="node1" presStyleIdx="2" presStyleCnt="3"/>
      <dgm:spPr/>
    </dgm:pt>
    <dgm:pt modelId="{23E45BAF-698C-4DC5-8FF3-3844C00C712B}" type="pres">
      <dgm:prSet presAssocID="{AE089E53-958B-4C28-9935-D8ED7B3AF013}" presName="spaceA" presStyleCnt="0"/>
      <dgm:spPr/>
    </dgm:pt>
  </dgm:ptLst>
  <dgm:cxnLst>
    <dgm:cxn modelId="{6B0B4F10-EEF7-489F-AEE0-86D8A948FD5D}" type="presOf" srcId="{15F4C52D-6DE7-45A9-B0BB-C6B629044472}" destId="{46DCE8C1-B11C-41E1-B887-798FCCFA4B83}" srcOrd="0" destOrd="0" presId="urn:microsoft.com/office/officeart/2005/8/layout/hProcess11"/>
    <dgm:cxn modelId="{55DE4D2F-13A9-454D-8A7D-7CEC8445D8CD}" srcId="{E1799507-03CB-420A-B50A-F96FB5307425}" destId="{C2D554D8-1937-4D38-9771-4585994AB3EA}" srcOrd="0" destOrd="0" parTransId="{D4123914-D13A-4ED6-8454-A009F64AAF00}" sibTransId="{92605EC4-AFA0-40A2-A0AF-7A668EFC3D13}"/>
    <dgm:cxn modelId="{DAC0157C-8E01-4263-A608-B3D4EA12B378}" type="presOf" srcId="{C2D554D8-1937-4D38-9771-4585994AB3EA}" destId="{B710330A-351E-4868-9F1F-D5EB407FF355}" srcOrd="0" destOrd="0" presId="urn:microsoft.com/office/officeart/2005/8/layout/hProcess11"/>
    <dgm:cxn modelId="{BF05648D-24AA-42D5-9F8B-A594E9A54E46}" type="presOf" srcId="{AE089E53-958B-4C28-9935-D8ED7B3AF013}" destId="{B9F175E5-E2D8-4BB1-852A-960420CF929B}" srcOrd="0" destOrd="0" presId="urn:microsoft.com/office/officeart/2005/8/layout/hProcess11"/>
    <dgm:cxn modelId="{4A815B9C-8EC5-4EE9-89EA-2A91B070630F}" srcId="{E1799507-03CB-420A-B50A-F96FB5307425}" destId="{AE089E53-958B-4C28-9935-D8ED7B3AF013}" srcOrd="2" destOrd="0" parTransId="{695BB6C2-184C-4263-882F-22C6F7D1A4B9}" sibTransId="{BE308473-FEE4-48B2-94C0-B2994ADAE49F}"/>
    <dgm:cxn modelId="{F27CB1CE-DA74-41BC-8090-BBE2801139A1}" srcId="{E1799507-03CB-420A-B50A-F96FB5307425}" destId="{15F4C52D-6DE7-45A9-B0BB-C6B629044472}" srcOrd="1" destOrd="0" parTransId="{844B13DE-C496-41EB-BAF4-44172202EBD6}" sibTransId="{6ECFA05E-E3EE-41A8-B7CD-4602482C3A82}"/>
    <dgm:cxn modelId="{9E35B3E0-0DAE-44C1-8BEE-1CE44D401F32}" type="presOf" srcId="{E1799507-03CB-420A-B50A-F96FB5307425}" destId="{CE4EA1B2-8739-41EC-AFC5-079A162837F5}" srcOrd="0" destOrd="0" presId="urn:microsoft.com/office/officeart/2005/8/layout/hProcess11"/>
    <dgm:cxn modelId="{ABF1E21C-2EBC-4331-8F23-F6C7B6815020}" type="presParOf" srcId="{CE4EA1B2-8739-41EC-AFC5-079A162837F5}" destId="{B10C167F-8A4C-4DC7-B36E-BC16CDF0BF19}" srcOrd="0" destOrd="0" presId="urn:microsoft.com/office/officeart/2005/8/layout/hProcess11"/>
    <dgm:cxn modelId="{2642D42E-C244-4044-9B34-9EA7A4D9064D}" type="presParOf" srcId="{CE4EA1B2-8739-41EC-AFC5-079A162837F5}" destId="{5B90BEE9-F6F8-4189-AA4B-E97608673012}" srcOrd="1" destOrd="0" presId="urn:microsoft.com/office/officeart/2005/8/layout/hProcess11"/>
    <dgm:cxn modelId="{7A6F124F-3C20-44E9-9E27-8BD4A83E0B14}" type="presParOf" srcId="{5B90BEE9-F6F8-4189-AA4B-E97608673012}" destId="{8B19848D-7FD0-4FC7-984A-15BD3B1D0131}" srcOrd="0" destOrd="0" presId="urn:microsoft.com/office/officeart/2005/8/layout/hProcess11"/>
    <dgm:cxn modelId="{9AED9D23-9913-4194-B1D3-15FBB7AEC083}" type="presParOf" srcId="{8B19848D-7FD0-4FC7-984A-15BD3B1D0131}" destId="{B710330A-351E-4868-9F1F-D5EB407FF355}" srcOrd="0" destOrd="0" presId="urn:microsoft.com/office/officeart/2005/8/layout/hProcess11"/>
    <dgm:cxn modelId="{BD8401C1-96FF-4329-9710-497124B03AC0}" type="presParOf" srcId="{8B19848D-7FD0-4FC7-984A-15BD3B1D0131}" destId="{1A987B80-A23E-4DEC-B0EB-E0C40711388D}" srcOrd="1" destOrd="0" presId="urn:microsoft.com/office/officeart/2005/8/layout/hProcess11"/>
    <dgm:cxn modelId="{8D4EA9DC-5325-456C-AE01-DE22BF5F6C6B}" type="presParOf" srcId="{8B19848D-7FD0-4FC7-984A-15BD3B1D0131}" destId="{7D10F306-AF07-490F-8AD4-1B7516AF5CCA}" srcOrd="2" destOrd="0" presId="urn:microsoft.com/office/officeart/2005/8/layout/hProcess11"/>
    <dgm:cxn modelId="{19492AB5-0F57-481F-B999-38C2D6838F3B}" type="presParOf" srcId="{5B90BEE9-F6F8-4189-AA4B-E97608673012}" destId="{AD46B064-2251-45A6-A232-8D13AB3227BB}" srcOrd="1" destOrd="0" presId="urn:microsoft.com/office/officeart/2005/8/layout/hProcess11"/>
    <dgm:cxn modelId="{FC720A32-3D38-444B-8F0A-518FD9F37EDE}" type="presParOf" srcId="{5B90BEE9-F6F8-4189-AA4B-E97608673012}" destId="{C6290655-A7FD-4918-9B44-C98984A6AFF1}" srcOrd="2" destOrd="0" presId="urn:microsoft.com/office/officeart/2005/8/layout/hProcess11"/>
    <dgm:cxn modelId="{CE9B8F1E-D029-4EBF-9EA0-1BE33BCA94E0}" type="presParOf" srcId="{C6290655-A7FD-4918-9B44-C98984A6AFF1}" destId="{46DCE8C1-B11C-41E1-B887-798FCCFA4B83}" srcOrd="0" destOrd="0" presId="urn:microsoft.com/office/officeart/2005/8/layout/hProcess11"/>
    <dgm:cxn modelId="{00610210-31E8-4821-9346-3BA67A48BCD4}" type="presParOf" srcId="{C6290655-A7FD-4918-9B44-C98984A6AFF1}" destId="{E5BFC27B-9F25-424F-9BD8-87486400E4BE}" srcOrd="1" destOrd="0" presId="urn:microsoft.com/office/officeart/2005/8/layout/hProcess11"/>
    <dgm:cxn modelId="{CA5A5C91-40B6-41BC-878D-A6B9542EF47C}" type="presParOf" srcId="{C6290655-A7FD-4918-9B44-C98984A6AFF1}" destId="{D0EA480A-4C37-4A69-A844-772DFCC40DAB}" srcOrd="2" destOrd="0" presId="urn:microsoft.com/office/officeart/2005/8/layout/hProcess11"/>
    <dgm:cxn modelId="{8F00A883-031E-41D8-B4E4-BC0F40818E4A}" type="presParOf" srcId="{5B90BEE9-F6F8-4189-AA4B-E97608673012}" destId="{B9266037-70C6-4F94-B7CA-6E69E1EAE6BF}" srcOrd="3" destOrd="0" presId="urn:microsoft.com/office/officeart/2005/8/layout/hProcess11"/>
    <dgm:cxn modelId="{12976B14-3528-449A-ABB7-ADF7EFC05C75}" type="presParOf" srcId="{5B90BEE9-F6F8-4189-AA4B-E97608673012}" destId="{6F62A998-9F47-464A-9E98-9C1DB3E08CA1}" srcOrd="4" destOrd="0" presId="urn:microsoft.com/office/officeart/2005/8/layout/hProcess11"/>
    <dgm:cxn modelId="{0ADDA9AB-6B32-40CD-8718-2867C2045EAE}" type="presParOf" srcId="{6F62A998-9F47-464A-9E98-9C1DB3E08CA1}" destId="{B9F175E5-E2D8-4BB1-852A-960420CF929B}" srcOrd="0" destOrd="0" presId="urn:microsoft.com/office/officeart/2005/8/layout/hProcess11"/>
    <dgm:cxn modelId="{2DBD8034-6202-4657-A169-4F6BE7294FE7}" type="presParOf" srcId="{6F62A998-9F47-464A-9E98-9C1DB3E08CA1}" destId="{1F3A9729-47C5-49EE-B8D6-792D3D6B326D}" srcOrd="1" destOrd="0" presId="urn:microsoft.com/office/officeart/2005/8/layout/hProcess11"/>
    <dgm:cxn modelId="{F41993F4-78A7-4FA0-A90B-AE7014CD1153}" type="presParOf" srcId="{6F62A998-9F47-464A-9E98-9C1DB3E08CA1}" destId="{23E45BAF-698C-4DC5-8FF3-3844C00C712B}" srcOrd="2" destOrd="0" presId="urn:microsoft.com/office/officeart/2005/8/layout/hProcess11"/>
  </dgm:cxnLst>
  <dgm:bg/>
  <dgm:whole/>
  <dgm:extLst>
    <a:ext uri="http://schemas.microsoft.com/office/drawing/2008/diagram">
      <dsp:dataModelExt xmlns:dsp="http://schemas.microsoft.com/office/drawing/2008/diagram" relId="rId11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DDE70A1-BA86-4A66-A2A1-C4F1E6A726A6}" type="doc">
      <dgm:prSet loTypeId="urn:microsoft.com/office/officeart/2005/8/layout/radial5" loCatId="cycle" qsTypeId="urn:microsoft.com/office/officeart/2005/8/quickstyle/simple4" qsCatId="simple" csTypeId="urn:microsoft.com/office/officeart/2005/8/colors/accent0_3" csCatId="mainScheme" phldr="1"/>
      <dgm:spPr/>
      <dgm:t>
        <a:bodyPr/>
        <a:lstStyle/>
        <a:p>
          <a:endParaRPr lang="en-IN"/>
        </a:p>
      </dgm:t>
    </dgm:pt>
    <dgm:pt modelId="{8DFF4EA6-245A-4F10-A248-E2A6E443AAFA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Available for almost all operating systems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6E92EAEA-C5D8-47A1-925A-BC355B31EEA6}" type="parTrans" cxnId="{31424192-5A89-4DB9-9254-78A82E12B437}">
      <dgm:prSet/>
      <dgm:spPr/>
      <dgm:t>
        <a:bodyPr/>
        <a:lstStyle/>
        <a:p>
          <a:endParaRPr lang="en-IN"/>
        </a:p>
      </dgm:t>
    </dgm:pt>
    <dgm:pt modelId="{58360C2B-75EB-4825-84CE-0C3198E3F392}" type="sibTrans" cxnId="{31424192-5A89-4DB9-9254-78A82E12B437}">
      <dgm:prSet/>
      <dgm:spPr/>
      <dgm:t>
        <a:bodyPr/>
        <a:lstStyle/>
        <a:p>
          <a:endParaRPr lang="en-IN"/>
        </a:p>
      </dgm:t>
    </dgm:pt>
    <dgm:pt modelId="{C10B791E-22C9-4023-ABD9-3E3CB10FC76F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Lingua franca of the statistical community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1E815F4-D4FB-4BD6-9D04-2521EB1956DC}" type="parTrans" cxnId="{F10F94DC-40E8-42F9-8827-AE717D8856C3}">
      <dgm:prSet/>
      <dgm:spPr/>
      <dgm:t>
        <a:bodyPr/>
        <a:lstStyle/>
        <a:p>
          <a:endParaRPr lang="en-IN"/>
        </a:p>
      </dgm:t>
    </dgm:pt>
    <dgm:pt modelId="{7A795FE7-3016-46D2-9898-58089DF4C199}" type="sibTrans" cxnId="{F10F94DC-40E8-42F9-8827-AE717D8856C3}">
      <dgm:prSet/>
      <dgm:spPr/>
      <dgm:t>
        <a:bodyPr/>
        <a:lstStyle/>
        <a:p>
          <a:endParaRPr lang="en-IN"/>
        </a:p>
      </dgm:t>
    </dgm:pt>
    <dgm:pt modelId="{8102C4E2-DDA7-427B-BFA0-3829B744CBEF}">
      <dgm:prSet phldrT="[Text]" custT="1"/>
      <dgm:spPr/>
      <dgm:t>
        <a:bodyPr/>
        <a:lstStyle/>
        <a:p>
          <a:r>
            <a:rPr lang="en-US" sz="1400" dirty="0"/>
            <a:t>State-of-the-art graphics capabilities</a:t>
          </a:r>
          <a:endParaRPr lang="en-IN" sz="1400" dirty="0"/>
        </a:p>
      </dgm:t>
    </dgm:pt>
    <dgm:pt modelId="{F61340A2-DA72-4BF1-8B85-72DE43FD7471}" type="parTrans" cxnId="{F0A9836F-8D2D-4799-AA18-9BDA15ECA05E}">
      <dgm:prSet/>
      <dgm:spPr/>
      <dgm:t>
        <a:bodyPr/>
        <a:lstStyle/>
        <a:p>
          <a:endParaRPr lang="en-IN"/>
        </a:p>
      </dgm:t>
    </dgm:pt>
    <dgm:pt modelId="{10951ECA-0A20-481E-A1FD-09F4AF21B57C}" type="sibTrans" cxnId="{F0A9836F-8D2D-4799-AA18-9BDA15ECA05E}">
      <dgm:prSet/>
      <dgm:spPr/>
      <dgm:t>
        <a:bodyPr/>
        <a:lstStyle/>
        <a:p>
          <a:endParaRPr lang="en-IN"/>
        </a:p>
      </dgm:t>
    </dgm:pt>
    <dgm:pt modelId="{62368A64-E279-4A88-8C5C-1866CD39A38B}">
      <dgm:prSet phldrT="[Text]" custT="1"/>
      <dgm:spPr/>
      <dgm:t>
        <a:bodyPr/>
        <a:lstStyle/>
        <a:p>
          <a:r>
            <a:rPr lang="en-US" sz="1400" dirty="0"/>
            <a:t>General purpose programming language</a:t>
          </a:r>
          <a:endParaRPr lang="en-IN" sz="1400" dirty="0"/>
        </a:p>
      </dgm:t>
    </dgm:pt>
    <dgm:pt modelId="{6BD89A63-8EB0-4D13-905F-8FDDB7DD4360}" type="parTrans" cxnId="{005FA450-AE52-4AE8-A4B4-D37D472F7606}">
      <dgm:prSet/>
      <dgm:spPr/>
      <dgm:t>
        <a:bodyPr/>
        <a:lstStyle/>
        <a:p>
          <a:endParaRPr lang="en-IN"/>
        </a:p>
      </dgm:t>
    </dgm:pt>
    <dgm:pt modelId="{1DFB4E3F-FF85-405A-A79C-676CF55824D5}" type="sibTrans" cxnId="{005FA450-AE52-4AE8-A4B4-D37D472F7606}">
      <dgm:prSet/>
      <dgm:spPr/>
      <dgm:t>
        <a:bodyPr/>
        <a:lstStyle/>
        <a:p>
          <a:endParaRPr lang="en-IN"/>
        </a:p>
      </dgm:t>
    </dgm:pt>
    <dgm:pt modelId="{01DE7894-D3F8-4D24-A740-D6A2855E174D}">
      <dgm:prSet phldrT="[Text]" custT="1"/>
      <dgm:spPr/>
      <dgm:t>
        <a:bodyPr/>
        <a:lstStyle/>
        <a:p>
          <a:r>
            <a:rPr lang="en-US" sz="1400" dirty="0"/>
            <a:t>Contains advanced statistical routines </a:t>
          </a:r>
          <a:endParaRPr lang="en-IN" sz="1400" dirty="0"/>
        </a:p>
      </dgm:t>
    </dgm:pt>
    <dgm:pt modelId="{CE2C9283-6F36-486B-A6C1-01442D25639A}" type="parTrans" cxnId="{3E1F1153-1E02-4AF6-BA20-C78B6CE8F3B0}">
      <dgm:prSet/>
      <dgm:spPr/>
      <dgm:t>
        <a:bodyPr/>
        <a:lstStyle/>
        <a:p>
          <a:endParaRPr lang="en-IN"/>
        </a:p>
      </dgm:t>
    </dgm:pt>
    <dgm:pt modelId="{89626CE0-A422-4B9E-8A5E-0F9CC4457AAD}" type="sibTrans" cxnId="{3E1F1153-1E02-4AF6-BA20-C78B6CE8F3B0}">
      <dgm:prSet/>
      <dgm:spPr/>
      <dgm:t>
        <a:bodyPr/>
        <a:lstStyle/>
        <a:p>
          <a:endParaRPr lang="en-IN"/>
        </a:p>
      </dgm:t>
    </dgm:pt>
    <dgm:pt modelId="{3BC92D41-7B9E-472D-9BA5-8C95E50E06BC}">
      <dgm:prSet phldrT="[Text]" custT="1"/>
      <dgm:spPr/>
      <dgm:t>
        <a:bodyPr/>
        <a:lstStyle/>
        <a:p>
          <a:r>
            <a:rPr lang="en-US" sz="1200" dirty="0"/>
            <a:t>Good online documentation &amp; vibrant user community</a:t>
          </a:r>
          <a:endParaRPr lang="en-IN" sz="1200" dirty="0"/>
        </a:p>
      </dgm:t>
    </dgm:pt>
    <dgm:pt modelId="{E5955681-8A0D-4777-A578-6D1EAA4258E7}" type="parTrans" cxnId="{A592467C-C9E1-4772-AF8E-B51B3FE73A72}">
      <dgm:prSet/>
      <dgm:spPr/>
      <dgm:t>
        <a:bodyPr/>
        <a:lstStyle/>
        <a:p>
          <a:endParaRPr lang="en-IN"/>
        </a:p>
      </dgm:t>
    </dgm:pt>
    <dgm:pt modelId="{5BF539F9-4B92-46F6-AD4D-150495DC4C8D}" type="sibTrans" cxnId="{A592467C-C9E1-4772-AF8E-B51B3FE73A72}">
      <dgm:prSet/>
      <dgm:spPr/>
      <dgm:t>
        <a:bodyPr/>
        <a:lstStyle/>
        <a:p>
          <a:endParaRPr lang="en-IN"/>
        </a:p>
      </dgm:t>
    </dgm:pt>
    <dgm:pt modelId="{0403D7BE-A212-4E58-A1B9-2376448B45D7}">
      <dgm:prSet phldrT="[Text]"/>
      <dgm:spPr/>
      <dgm:t>
        <a:bodyPr/>
        <a:lstStyle/>
        <a:p>
          <a:r>
            <a:rPr lang="en-US" dirty="0"/>
            <a:t>R</a:t>
          </a:r>
          <a:endParaRPr lang="en-IN" dirty="0"/>
        </a:p>
      </dgm:t>
    </dgm:pt>
    <dgm:pt modelId="{2F3D311D-FC70-4756-AC66-CF9E76C3F4A5}" type="sibTrans" cxnId="{DE1CB97D-4656-421F-986C-367D94802DED}">
      <dgm:prSet/>
      <dgm:spPr/>
      <dgm:t>
        <a:bodyPr/>
        <a:lstStyle/>
        <a:p>
          <a:endParaRPr lang="en-IN"/>
        </a:p>
      </dgm:t>
    </dgm:pt>
    <dgm:pt modelId="{462E7A86-3496-418D-A85B-480840DF8BD9}" type="parTrans" cxnId="{DE1CB97D-4656-421F-986C-367D94802DED}">
      <dgm:prSet/>
      <dgm:spPr/>
      <dgm:t>
        <a:bodyPr/>
        <a:lstStyle/>
        <a:p>
          <a:endParaRPr lang="en-IN"/>
        </a:p>
      </dgm:t>
    </dgm:pt>
    <dgm:pt modelId="{3CE502FB-CBAA-4A85-9B87-BB769886C05B}">
      <dgm:prSet phldrT="[Text]" custT="1"/>
      <dgm:spPr/>
      <dgm:t>
        <a:bodyPr/>
        <a:lstStyle/>
        <a:p>
          <a:r>
            <a:rPr lang="en-US" sz="1400" dirty="0">
              <a:latin typeface="Times New Roman" panose="02020603050405020304" pitchFamily="18" charset="0"/>
              <a:cs typeface="Times New Roman" panose="02020603050405020304" pitchFamily="18" charset="0"/>
            </a:rPr>
            <a:t>Free</a:t>
          </a:r>
          <a:endParaRPr lang="en-IN" sz="14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43DF661-5157-4079-A517-BBE6C03F4B32}" type="parTrans" cxnId="{E8C1E9CC-2D59-4E95-ACB5-816B4EBF7EDB}">
      <dgm:prSet/>
      <dgm:spPr/>
      <dgm:t>
        <a:bodyPr/>
        <a:lstStyle/>
        <a:p>
          <a:endParaRPr lang="en-IN"/>
        </a:p>
      </dgm:t>
    </dgm:pt>
    <dgm:pt modelId="{3C4815F9-4627-4A46-9A8F-9272806EDF38}" type="sibTrans" cxnId="{E8C1E9CC-2D59-4E95-ACB5-816B4EBF7EDB}">
      <dgm:prSet/>
      <dgm:spPr/>
      <dgm:t>
        <a:bodyPr/>
        <a:lstStyle/>
        <a:p>
          <a:endParaRPr lang="en-IN"/>
        </a:p>
      </dgm:t>
    </dgm:pt>
    <dgm:pt modelId="{E6481D0C-87E1-48A1-8CC3-68F3C42395F3}" type="pres">
      <dgm:prSet presAssocID="{EDDE70A1-BA86-4A66-A2A1-C4F1E6A726A6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9DA64B1A-9FBE-4EA4-BF99-5C8FED0417CC}" type="pres">
      <dgm:prSet presAssocID="{0403D7BE-A212-4E58-A1B9-2376448B45D7}" presName="centerShape" presStyleLbl="node0" presStyleIdx="0" presStyleCnt="1"/>
      <dgm:spPr/>
    </dgm:pt>
    <dgm:pt modelId="{53BFB743-9252-4E10-AA7B-1A830D550563}" type="pres">
      <dgm:prSet presAssocID="{6E92EAEA-C5D8-47A1-925A-BC355B31EEA6}" presName="parTrans" presStyleLbl="sibTrans2D1" presStyleIdx="0" presStyleCnt="7"/>
      <dgm:spPr/>
    </dgm:pt>
    <dgm:pt modelId="{DBC855C3-6547-4FD6-8A09-616939034388}" type="pres">
      <dgm:prSet presAssocID="{6E92EAEA-C5D8-47A1-925A-BC355B31EEA6}" presName="connectorText" presStyleLbl="sibTrans2D1" presStyleIdx="0" presStyleCnt="7"/>
      <dgm:spPr/>
    </dgm:pt>
    <dgm:pt modelId="{3FF43204-2822-4252-9F72-013553BB47EE}" type="pres">
      <dgm:prSet presAssocID="{8DFF4EA6-245A-4F10-A248-E2A6E443AAFA}" presName="node" presStyleLbl="node1" presStyleIdx="0" presStyleCnt="7">
        <dgm:presLayoutVars>
          <dgm:bulletEnabled val="1"/>
        </dgm:presLayoutVars>
      </dgm:prSet>
      <dgm:spPr/>
    </dgm:pt>
    <dgm:pt modelId="{0AFF2B97-CBF8-49B0-8803-1B497C045EAE}" type="pres">
      <dgm:prSet presAssocID="{71E815F4-D4FB-4BD6-9D04-2521EB1956DC}" presName="parTrans" presStyleLbl="sibTrans2D1" presStyleIdx="1" presStyleCnt="7"/>
      <dgm:spPr/>
    </dgm:pt>
    <dgm:pt modelId="{F7A731E4-0BB2-4C60-95E2-90EDC80C831D}" type="pres">
      <dgm:prSet presAssocID="{71E815F4-D4FB-4BD6-9D04-2521EB1956DC}" presName="connectorText" presStyleLbl="sibTrans2D1" presStyleIdx="1" presStyleCnt="7"/>
      <dgm:spPr/>
    </dgm:pt>
    <dgm:pt modelId="{96A5D3AF-99F4-4DCA-ADC4-6F90D526E2E4}" type="pres">
      <dgm:prSet presAssocID="{C10B791E-22C9-4023-ABD9-3E3CB10FC76F}" presName="node" presStyleLbl="node1" presStyleIdx="1" presStyleCnt="7">
        <dgm:presLayoutVars>
          <dgm:bulletEnabled val="1"/>
        </dgm:presLayoutVars>
      </dgm:prSet>
      <dgm:spPr/>
    </dgm:pt>
    <dgm:pt modelId="{0CAF42F6-83FB-4A79-BD0A-6D4EC1454978}" type="pres">
      <dgm:prSet presAssocID="{F61340A2-DA72-4BF1-8B85-72DE43FD7471}" presName="parTrans" presStyleLbl="sibTrans2D1" presStyleIdx="2" presStyleCnt="7"/>
      <dgm:spPr/>
    </dgm:pt>
    <dgm:pt modelId="{D21F7387-6307-4606-84C0-D6CBAF397B09}" type="pres">
      <dgm:prSet presAssocID="{F61340A2-DA72-4BF1-8B85-72DE43FD7471}" presName="connectorText" presStyleLbl="sibTrans2D1" presStyleIdx="2" presStyleCnt="7"/>
      <dgm:spPr/>
    </dgm:pt>
    <dgm:pt modelId="{2AEC0816-192F-47F6-BFFA-76CE1F42B5AC}" type="pres">
      <dgm:prSet presAssocID="{8102C4E2-DDA7-427B-BFA0-3829B744CBEF}" presName="node" presStyleLbl="node1" presStyleIdx="2" presStyleCnt="7">
        <dgm:presLayoutVars>
          <dgm:bulletEnabled val="1"/>
        </dgm:presLayoutVars>
      </dgm:prSet>
      <dgm:spPr/>
    </dgm:pt>
    <dgm:pt modelId="{252AC52B-3151-4140-8321-E84ACB97CB2A}" type="pres">
      <dgm:prSet presAssocID="{6BD89A63-8EB0-4D13-905F-8FDDB7DD4360}" presName="parTrans" presStyleLbl="sibTrans2D1" presStyleIdx="3" presStyleCnt="7"/>
      <dgm:spPr/>
    </dgm:pt>
    <dgm:pt modelId="{B509B76A-AE07-4731-AB1E-1DA85380F535}" type="pres">
      <dgm:prSet presAssocID="{6BD89A63-8EB0-4D13-905F-8FDDB7DD4360}" presName="connectorText" presStyleLbl="sibTrans2D1" presStyleIdx="3" presStyleCnt="7"/>
      <dgm:spPr/>
    </dgm:pt>
    <dgm:pt modelId="{238B2AFD-550F-4281-9167-DF2CA83179AE}" type="pres">
      <dgm:prSet presAssocID="{62368A64-E279-4A88-8C5C-1866CD39A38B}" presName="node" presStyleLbl="node1" presStyleIdx="3" presStyleCnt="7">
        <dgm:presLayoutVars>
          <dgm:bulletEnabled val="1"/>
        </dgm:presLayoutVars>
      </dgm:prSet>
      <dgm:spPr/>
    </dgm:pt>
    <dgm:pt modelId="{6FE2D469-7B92-450A-921F-AC8186B5157D}" type="pres">
      <dgm:prSet presAssocID="{CE2C9283-6F36-486B-A6C1-01442D25639A}" presName="parTrans" presStyleLbl="sibTrans2D1" presStyleIdx="4" presStyleCnt="7"/>
      <dgm:spPr/>
    </dgm:pt>
    <dgm:pt modelId="{B92DAF56-A540-411E-A71E-A71E9E7881CE}" type="pres">
      <dgm:prSet presAssocID="{CE2C9283-6F36-486B-A6C1-01442D25639A}" presName="connectorText" presStyleLbl="sibTrans2D1" presStyleIdx="4" presStyleCnt="7"/>
      <dgm:spPr/>
    </dgm:pt>
    <dgm:pt modelId="{5D751F79-F3CF-4754-9524-FF87234ECFA6}" type="pres">
      <dgm:prSet presAssocID="{01DE7894-D3F8-4D24-A740-D6A2855E174D}" presName="node" presStyleLbl="node1" presStyleIdx="4" presStyleCnt="7">
        <dgm:presLayoutVars>
          <dgm:bulletEnabled val="1"/>
        </dgm:presLayoutVars>
      </dgm:prSet>
      <dgm:spPr/>
    </dgm:pt>
    <dgm:pt modelId="{C4589418-2A38-4F3C-BE28-5A4033C66604}" type="pres">
      <dgm:prSet presAssocID="{E5955681-8A0D-4777-A578-6D1EAA4258E7}" presName="parTrans" presStyleLbl="sibTrans2D1" presStyleIdx="5" presStyleCnt="7"/>
      <dgm:spPr/>
    </dgm:pt>
    <dgm:pt modelId="{1D833DA2-9175-4DE5-AAA7-9257C119D6E5}" type="pres">
      <dgm:prSet presAssocID="{E5955681-8A0D-4777-A578-6D1EAA4258E7}" presName="connectorText" presStyleLbl="sibTrans2D1" presStyleIdx="5" presStyleCnt="7"/>
      <dgm:spPr/>
    </dgm:pt>
    <dgm:pt modelId="{ED734B32-2211-4C64-A210-163D05B438C4}" type="pres">
      <dgm:prSet presAssocID="{3BC92D41-7B9E-472D-9BA5-8C95E50E06BC}" presName="node" presStyleLbl="node1" presStyleIdx="5" presStyleCnt="7" custScaleX="114672">
        <dgm:presLayoutVars>
          <dgm:bulletEnabled val="1"/>
        </dgm:presLayoutVars>
      </dgm:prSet>
      <dgm:spPr/>
    </dgm:pt>
    <dgm:pt modelId="{22542E05-A253-4789-855A-6F6F4FF19DDE}" type="pres">
      <dgm:prSet presAssocID="{943DF661-5157-4079-A517-BBE6C03F4B32}" presName="parTrans" presStyleLbl="sibTrans2D1" presStyleIdx="6" presStyleCnt="7"/>
      <dgm:spPr/>
    </dgm:pt>
    <dgm:pt modelId="{ED006F58-96C5-4D30-8FE0-76282BB3FED3}" type="pres">
      <dgm:prSet presAssocID="{943DF661-5157-4079-A517-BBE6C03F4B32}" presName="connectorText" presStyleLbl="sibTrans2D1" presStyleIdx="6" presStyleCnt="7"/>
      <dgm:spPr/>
    </dgm:pt>
    <dgm:pt modelId="{5D8AA3A5-D7C4-4B1F-8E8F-CA3BDC558373}" type="pres">
      <dgm:prSet presAssocID="{3CE502FB-CBAA-4A85-9B87-BB769886C05B}" presName="node" presStyleLbl="node1" presStyleIdx="6" presStyleCnt="7" custScaleX="106461">
        <dgm:presLayoutVars>
          <dgm:bulletEnabled val="1"/>
        </dgm:presLayoutVars>
      </dgm:prSet>
      <dgm:spPr/>
    </dgm:pt>
  </dgm:ptLst>
  <dgm:cxnLst>
    <dgm:cxn modelId="{6F809E03-47F9-4ACA-B89D-DF95BF5ADA2F}" type="presOf" srcId="{CE2C9283-6F36-486B-A6C1-01442D25639A}" destId="{B92DAF56-A540-411E-A71E-A71E9E7881CE}" srcOrd="1" destOrd="0" presId="urn:microsoft.com/office/officeart/2005/8/layout/radial5"/>
    <dgm:cxn modelId="{C6E3EF04-E50B-4AD9-AA22-C41E07168404}" type="presOf" srcId="{8102C4E2-DDA7-427B-BFA0-3829B744CBEF}" destId="{2AEC0816-192F-47F6-BFFA-76CE1F42B5AC}" srcOrd="0" destOrd="0" presId="urn:microsoft.com/office/officeart/2005/8/layout/radial5"/>
    <dgm:cxn modelId="{5E2A2E07-C212-4850-A5FB-6B481D2E378F}" type="presOf" srcId="{CE2C9283-6F36-486B-A6C1-01442D25639A}" destId="{6FE2D469-7B92-450A-921F-AC8186B5157D}" srcOrd="0" destOrd="0" presId="urn:microsoft.com/office/officeart/2005/8/layout/radial5"/>
    <dgm:cxn modelId="{AF36B437-2028-472D-B547-6FB981A8E987}" type="presOf" srcId="{71E815F4-D4FB-4BD6-9D04-2521EB1956DC}" destId="{0AFF2B97-CBF8-49B0-8803-1B497C045EAE}" srcOrd="0" destOrd="0" presId="urn:microsoft.com/office/officeart/2005/8/layout/radial5"/>
    <dgm:cxn modelId="{B634BE39-7991-4155-8337-54A670DA119B}" type="presOf" srcId="{E5955681-8A0D-4777-A578-6D1EAA4258E7}" destId="{1D833DA2-9175-4DE5-AAA7-9257C119D6E5}" srcOrd="1" destOrd="0" presId="urn:microsoft.com/office/officeart/2005/8/layout/radial5"/>
    <dgm:cxn modelId="{EE1FBD3B-80BE-486C-944B-639EE1CF26B9}" type="presOf" srcId="{6BD89A63-8EB0-4D13-905F-8FDDB7DD4360}" destId="{B509B76A-AE07-4731-AB1E-1DA85380F535}" srcOrd="1" destOrd="0" presId="urn:microsoft.com/office/officeart/2005/8/layout/radial5"/>
    <dgm:cxn modelId="{EFE3BB46-319D-423A-ACF2-1083444F7CB2}" type="presOf" srcId="{8DFF4EA6-245A-4F10-A248-E2A6E443AAFA}" destId="{3FF43204-2822-4252-9F72-013553BB47EE}" srcOrd="0" destOrd="0" presId="urn:microsoft.com/office/officeart/2005/8/layout/radial5"/>
    <dgm:cxn modelId="{F118EF4C-69FC-4F22-AEAB-E94E287F7FE7}" type="presOf" srcId="{F61340A2-DA72-4BF1-8B85-72DE43FD7471}" destId="{D21F7387-6307-4606-84C0-D6CBAF397B09}" srcOrd="1" destOrd="0" presId="urn:microsoft.com/office/officeart/2005/8/layout/radial5"/>
    <dgm:cxn modelId="{F128E04F-E7F6-4F84-A531-097240260C38}" type="presOf" srcId="{6E92EAEA-C5D8-47A1-925A-BC355B31EEA6}" destId="{53BFB743-9252-4E10-AA7B-1A830D550563}" srcOrd="0" destOrd="0" presId="urn:microsoft.com/office/officeart/2005/8/layout/radial5"/>
    <dgm:cxn modelId="{005FA450-AE52-4AE8-A4B4-D37D472F7606}" srcId="{0403D7BE-A212-4E58-A1B9-2376448B45D7}" destId="{62368A64-E279-4A88-8C5C-1866CD39A38B}" srcOrd="3" destOrd="0" parTransId="{6BD89A63-8EB0-4D13-905F-8FDDB7DD4360}" sibTransId="{1DFB4E3F-FF85-405A-A79C-676CF55824D5}"/>
    <dgm:cxn modelId="{3E1F1153-1E02-4AF6-BA20-C78B6CE8F3B0}" srcId="{0403D7BE-A212-4E58-A1B9-2376448B45D7}" destId="{01DE7894-D3F8-4D24-A740-D6A2855E174D}" srcOrd="4" destOrd="0" parTransId="{CE2C9283-6F36-486B-A6C1-01442D25639A}" sibTransId="{89626CE0-A422-4B9E-8A5E-0F9CC4457AAD}"/>
    <dgm:cxn modelId="{D1F8EA6D-85D5-437A-8C1E-31F1DDDCBF29}" type="presOf" srcId="{3CE502FB-CBAA-4A85-9B87-BB769886C05B}" destId="{5D8AA3A5-D7C4-4B1F-8E8F-CA3BDC558373}" srcOrd="0" destOrd="0" presId="urn:microsoft.com/office/officeart/2005/8/layout/radial5"/>
    <dgm:cxn modelId="{F0A9836F-8D2D-4799-AA18-9BDA15ECA05E}" srcId="{0403D7BE-A212-4E58-A1B9-2376448B45D7}" destId="{8102C4E2-DDA7-427B-BFA0-3829B744CBEF}" srcOrd="2" destOrd="0" parTransId="{F61340A2-DA72-4BF1-8B85-72DE43FD7471}" sibTransId="{10951ECA-0A20-481E-A1FD-09F4AF21B57C}"/>
    <dgm:cxn modelId="{D9A98E73-9D2E-47F2-B0E6-04F737B6F73A}" type="presOf" srcId="{F61340A2-DA72-4BF1-8B85-72DE43FD7471}" destId="{0CAF42F6-83FB-4A79-BD0A-6D4EC1454978}" srcOrd="0" destOrd="0" presId="urn:microsoft.com/office/officeart/2005/8/layout/radial5"/>
    <dgm:cxn modelId="{A592467C-C9E1-4772-AF8E-B51B3FE73A72}" srcId="{0403D7BE-A212-4E58-A1B9-2376448B45D7}" destId="{3BC92D41-7B9E-472D-9BA5-8C95E50E06BC}" srcOrd="5" destOrd="0" parTransId="{E5955681-8A0D-4777-A578-6D1EAA4258E7}" sibTransId="{5BF539F9-4B92-46F6-AD4D-150495DC4C8D}"/>
    <dgm:cxn modelId="{DE1CB97D-4656-421F-986C-367D94802DED}" srcId="{EDDE70A1-BA86-4A66-A2A1-C4F1E6A726A6}" destId="{0403D7BE-A212-4E58-A1B9-2376448B45D7}" srcOrd="0" destOrd="0" parTransId="{462E7A86-3496-418D-A85B-480840DF8BD9}" sibTransId="{2F3D311D-FC70-4756-AC66-CF9E76C3F4A5}"/>
    <dgm:cxn modelId="{A3553188-4E93-4744-8554-2A893D7B9C02}" type="presOf" srcId="{6E92EAEA-C5D8-47A1-925A-BC355B31EEA6}" destId="{DBC855C3-6547-4FD6-8A09-616939034388}" srcOrd="1" destOrd="0" presId="urn:microsoft.com/office/officeart/2005/8/layout/radial5"/>
    <dgm:cxn modelId="{F8BC098E-E08B-410C-A614-2B17ECA4A801}" type="presOf" srcId="{E5955681-8A0D-4777-A578-6D1EAA4258E7}" destId="{C4589418-2A38-4F3C-BE28-5A4033C66604}" srcOrd="0" destOrd="0" presId="urn:microsoft.com/office/officeart/2005/8/layout/radial5"/>
    <dgm:cxn modelId="{31424192-5A89-4DB9-9254-78A82E12B437}" srcId="{0403D7BE-A212-4E58-A1B9-2376448B45D7}" destId="{8DFF4EA6-245A-4F10-A248-E2A6E443AAFA}" srcOrd="0" destOrd="0" parTransId="{6E92EAEA-C5D8-47A1-925A-BC355B31EEA6}" sibTransId="{58360C2B-75EB-4825-84CE-0C3198E3F392}"/>
    <dgm:cxn modelId="{AC2D5F93-D553-44B7-930D-9AE2E31A7BDC}" type="presOf" srcId="{62368A64-E279-4A88-8C5C-1866CD39A38B}" destId="{238B2AFD-550F-4281-9167-DF2CA83179AE}" srcOrd="0" destOrd="0" presId="urn:microsoft.com/office/officeart/2005/8/layout/radial5"/>
    <dgm:cxn modelId="{1EDEC296-1D27-41F1-A72D-D04C81218C9D}" type="presOf" srcId="{943DF661-5157-4079-A517-BBE6C03F4B32}" destId="{22542E05-A253-4789-855A-6F6F4FF19DDE}" srcOrd="0" destOrd="0" presId="urn:microsoft.com/office/officeart/2005/8/layout/radial5"/>
    <dgm:cxn modelId="{A0BDD099-3816-4181-802B-547D52F8EC66}" type="presOf" srcId="{6BD89A63-8EB0-4D13-905F-8FDDB7DD4360}" destId="{252AC52B-3151-4140-8321-E84ACB97CB2A}" srcOrd="0" destOrd="0" presId="urn:microsoft.com/office/officeart/2005/8/layout/radial5"/>
    <dgm:cxn modelId="{EFB98EBD-C414-41B0-B6BA-DD24A8929AC2}" type="presOf" srcId="{943DF661-5157-4079-A517-BBE6C03F4B32}" destId="{ED006F58-96C5-4D30-8FE0-76282BB3FED3}" srcOrd="1" destOrd="0" presId="urn:microsoft.com/office/officeart/2005/8/layout/radial5"/>
    <dgm:cxn modelId="{5536BDC7-EC72-47E8-B177-9E40A2B42C08}" type="presOf" srcId="{01DE7894-D3F8-4D24-A740-D6A2855E174D}" destId="{5D751F79-F3CF-4754-9524-FF87234ECFA6}" srcOrd="0" destOrd="0" presId="urn:microsoft.com/office/officeart/2005/8/layout/radial5"/>
    <dgm:cxn modelId="{29B2B8C9-5357-47A3-96EB-7A29E5E452E1}" type="presOf" srcId="{71E815F4-D4FB-4BD6-9D04-2521EB1956DC}" destId="{F7A731E4-0BB2-4C60-95E2-90EDC80C831D}" srcOrd="1" destOrd="0" presId="urn:microsoft.com/office/officeart/2005/8/layout/radial5"/>
    <dgm:cxn modelId="{E8C1E9CC-2D59-4E95-ACB5-816B4EBF7EDB}" srcId="{0403D7BE-A212-4E58-A1B9-2376448B45D7}" destId="{3CE502FB-CBAA-4A85-9B87-BB769886C05B}" srcOrd="6" destOrd="0" parTransId="{943DF661-5157-4079-A517-BBE6C03F4B32}" sibTransId="{3C4815F9-4627-4A46-9A8F-9272806EDF38}"/>
    <dgm:cxn modelId="{AF3E3DD2-E771-4F3B-9B65-26FF330CACEB}" type="presOf" srcId="{3BC92D41-7B9E-472D-9BA5-8C95E50E06BC}" destId="{ED734B32-2211-4C64-A210-163D05B438C4}" srcOrd="0" destOrd="0" presId="urn:microsoft.com/office/officeart/2005/8/layout/radial5"/>
    <dgm:cxn modelId="{F10F94DC-40E8-42F9-8827-AE717D8856C3}" srcId="{0403D7BE-A212-4E58-A1B9-2376448B45D7}" destId="{C10B791E-22C9-4023-ABD9-3E3CB10FC76F}" srcOrd="1" destOrd="0" parTransId="{71E815F4-D4FB-4BD6-9D04-2521EB1956DC}" sibTransId="{7A795FE7-3016-46D2-9898-58089DF4C199}"/>
    <dgm:cxn modelId="{F6A5CDE5-8F65-4C12-9D82-763D2947F32B}" type="presOf" srcId="{0403D7BE-A212-4E58-A1B9-2376448B45D7}" destId="{9DA64B1A-9FBE-4EA4-BF99-5C8FED0417CC}" srcOrd="0" destOrd="0" presId="urn:microsoft.com/office/officeart/2005/8/layout/radial5"/>
    <dgm:cxn modelId="{9B8CD2F3-3BFE-49F8-BA17-D7C682DC2E36}" type="presOf" srcId="{C10B791E-22C9-4023-ABD9-3E3CB10FC76F}" destId="{96A5D3AF-99F4-4DCA-ADC4-6F90D526E2E4}" srcOrd="0" destOrd="0" presId="urn:microsoft.com/office/officeart/2005/8/layout/radial5"/>
    <dgm:cxn modelId="{5FD7CBFC-AE27-43E1-BD43-753D66390E18}" type="presOf" srcId="{EDDE70A1-BA86-4A66-A2A1-C4F1E6A726A6}" destId="{E6481D0C-87E1-48A1-8CC3-68F3C42395F3}" srcOrd="0" destOrd="0" presId="urn:microsoft.com/office/officeart/2005/8/layout/radial5"/>
    <dgm:cxn modelId="{B6A06AA2-CE54-4F9E-87CB-F21F4C69E163}" type="presParOf" srcId="{E6481D0C-87E1-48A1-8CC3-68F3C42395F3}" destId="{9DA64B1A-9FBE-4EA4-BF99-5C8FED0417CC}" srcOrd="0" destOrd="0" presId="urn:microsoft.com/office/officeart/2005/8/layout/radial5"/>
    <dgm:cxn modelId="{22B006D0-9AB5-4493-BB5A-E57D410154BD}" type="presParOf" srcId="{E6481D0C-87E1-48A1-8CC3-68F3C42395F3}" destId="{53BFB743-9252-4E10-AA7B-1A830D550563}" srcOrd="1" destOrd="0" presId="urn:microsoft.com/office/officeart/2005/8/layout/radial5"/>
    <dgm:cxn modelId="{9307A6EE-7EF4-42AC-894C-A3124A11EA17}" type="presParOf" srcId="{53BFB743-9252-4E10-AA7B-1A830D550563}" destId="{DBC855C3-6547-4FD6-8A09-616939034388}" srcOrd="0" destOrd="0" presId="urn:microsoft.com/office/officeart/2005/8/layout/radial5"/>
    <dgm:cxn modelId="{D04C6FF4-2928-4B12-884D-4803C9275608}" type="presParOf" srcId="{E6481D0C-87E1-48A1-8CC3-68F3C42395F3}" destId="{3FF43204-2822-4252-9F72-013553BB47EE}" srcOrd="2" destOrd="0" presId="urn:microsoft.com/office/officeart/2005/8/layout/radial5"/>
    <dgm:cxn modelId="{4E61FFD7-1A4F-44B8-A569-32AA41C5D04F}" type="presParOf" srcId="{E6481D0C-87E1-48A1-8CC3-68F3C42395F3}" destId="{0AFF2B97-CBF8-49B0-8803-1B497C045EAE}" srcOrd="3" destOrd="0" presId="urn:microsoft.com/office/officeart/2005/8/layout/radial5"/>
    <dgm:cxn modelId="{B1FC8D00-A86C-4FD8-8031-D11CE7521563}" type="presParOf" srcId="{0AFF2B97-CBF8-49B0-8803-1B497C045EAE}" destId="{F7A731E4-0BB2-4C60-95E2-90EDC80C831D}" srcOrd="0" destOrd="0" presId="urn:microsoft.com/office/officeart/2005/8/layout/radial5"/>
    <dgm:cxn modelId="{D2A2DF50-804A-41DF-9D66-FBF18D9732D5}" type="presParOf" srcId="{E6481D0C-87E1-48A1-8CC3-68F3C42395F3}" destId="{96A5D3AF-99F4-4DCA-ADC4-6F90D526E2E4}" srcOrd="4" destOrd="0" presId="urn:microsoft.com/office/officeart/2005/8/layout/radial5"/>
    <dgm:cxn modelId="{84FCB8CC-3C53-4B27-8E5C-7AB0FC74B069}" type="presParOf" srcId="{E6481D0C-87E1-48A1-8CC3-68F3C42395F3}" destId="{0CAF42F6-83FB-4A79-BD0A-6D4EC1454978}" srcOrd="5" destOrd="0" presId="urn:microsoft.com/office/officeart/2005/8/layout/radial5"/>
    <dgm:cxn modelId="{041359E7-AC81-4CE4-AE8A-4FB6FBF0C0EC}" type="presParOf" srcId="{0CAF42F6-83FB-4A79-BD0A-6D4EC1454978}" destId="{D21F7387-6307-4606-84C0-D6CBAF397B09}" srcOrd="0" destOrd="0" presId="urn:microsoft.com/office/officeart/2005/8/layout/radial5"/>
    <dgm:cxn modelId="{2F116B3B-CBB0-4189-B644-8EE3FE0BC6A5}" type="presParOf" srcId="{E6481D0C-87E1-48A1-8CC3-68F3C42395F3}" destId="{2AEC0816-192F-47F6-BFFA-76CE1F42B5AC}" srcOrd="6" destOrd="0" presId="urn:microsoft.com/office/officeart/2005/8/layout/radial5"/>
    <dgm:cxn modelId="{00563647-1575-4884-8432-14D403EF35A8}" type="presParOf" srcId="{E6481D0C-87E1-48A1-8CC3-68F3C42395F3}" destId="{252AC52B-3151-4140-8321-E84ACB97CB2A}" srcOrd="7" destOrd="0" presId="urn:microsoft.com/office/officeart/2005/8/layout/radial5"/>
    <dgm:cxn modelId="{DA28ABA8-7535-44C4-93BB-94A4A81C9C06}" type="presParOf" srcId="{252AC52B-3151-4140-8321-E84ACB97CB2A}" destId="{B509B76A-AE07-4731-AB1E-1DA85380F535}" srcOrd="0" destOrd="0" presId="urn:microsoft.com/office/officeart/2005/8/layout/radial5"/>
    <dgm:cxn modelId="{42A00310-78A7-4362-A1DF-298563A82030}" type="presParOf" srcId="{E6481D0C-87E1-48A1-8CC3-68F3C42395F3}" destId="{238B2AFD-550F-4281-9167-DF2CA83179AE}" srcOrd="8" destOrd="0" presId="urn:microsoft.com/office/officeart/2005/8/layout/radial5"/>
    <dgm:cxn modelId="{F1A0009B-11F0-4F1E-A425-2A8064FA3EA4}" type="presParOf" srcId="{E6481D0C-87E1-48A1-8CC3-68F3C42395F3}" destId="{6FE2D469-7B92-450A-921F-AC8186B5157D}" srcOrd="9" destOrd="0" presId="urn:microsoft.com/office/officeart/2005/8/layout/radial5"/>
    <dgm:cxn modelId="{E14F4721-9AD6-4911-8EC2-B884F54B4B72}" type="presParOf" srcId="{6FE2D469-7B92-450A-921F-AC8186B5157D}" destId="{B92DAF56-A540-411E-A71E-A71E9E7881CE}" srcOrd="0" destOrd="0" presId="urn:microsoft.com/office/officeart/2005/8/layout/radial5"/>
    <dgm:cxn modelId="{FCD86AD5-0A71-4F6E-9CB7-92D37DE765A0}" type="presParOf" srcId="{E6481D0C-87E1-48A1-8CC3-68F3C42395F3}" destId="{5D751F79-F3CF-4754-9524-FF87234ECFA6}" srcOrd="10" destOrd="0" presId="urn:microsoft.com/office/officeart/2005/8/layout/radial5"/>
    <dgm:cxn modelId="{75A013E3-D53C-419F-9812-52707E68C0A7}" type="presParOf" srcId="{E6481D0C-87E1-48A1-8CC3-68F3C42395F3}" destId="{C4589418-2A38-4F3C-BE28-5A4033C66604}" srcOrd="11" destOrd="0" presId="urn:microsoft.com/office/officeart/2005/8/layout/radial5"/>
    <dgm:cxn modelId="{43DFE49F-D13E-437F-A8E6-5365E691F891}" type="presParOf" srcId="{C4589418-2A38-4F3C-BE28-5A4033C66604}" destId="{1D833DA2-9175-4DE5-AAA7-9257C119D6E5}" srcOrd="0" destOrd="0" presId="urn:microsoft.com/office/officeart/2005/8/layout/radial5"/>
    <dgm:cxn modelId="{219638C6-399C-4429-A85A-5799EF3A24C9}" type="presParOf" srcId="{E6481D0C-87E1-48A1-8CC3-68F3C42395F3}" destId="{ED734B32-2211-4C64-A210-163D05B438C4}" srcOrd="12" destOrd="0" presId="urn:microsoft.com/office/officeart/2005/8/layout/radial5"/>
    <dgm:cxn modelId="{290B08F5-A9D8-47C4-9FFB-2396A1A19532}" type="presParOf" srcId="{E6481D0C-87E1-48A1-8CC3-68F3C42395F3}" destId="{22542E05-A253-4789-855A-6F6F4FF19DDE}" srcOrd="13" destOrd="0" presId="urn:microsoft.com/office/officeart/2005/8/layout/radial5"/>
    <dgm:cxn modelId="{5C274AAD-FA2F-4904-844A-939BCB77BF09}" type="presParOf" srcId="{22542E05-A253-4789-855A-6F6F4FF19DDE}" destId="{ED006F58-96C5-4D30-8FE0-76282BB3FED3}" srcOrd="0" destOrd="0" presId="urn:microsoft.com/office/officeart/2005/8/layout/radial5"/>
    <dgm:cxn modelId="{36A2EA55-A486-45B7-93AD-6D8E51F3BC38}" type="presParOf" srcId="{E6481D0C-87E1-48A1-8CC3-68F3C42395F3}" destId="{5D8AA3A5-D7C4-4B1F-8E8F-CA3BDC558373}" srcOrd="14" destOrd="0" presId="urn:microsoft.com/office/officeart/2005/8/layout/radial5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DB7EE01-D603-4F8E-BAEA-E0DD3C96D134}" type="doc">
      <dgm:prSet loTypeId="urn:microsoft.com/office/officeart/2005/8/layout/hierarchy2" loCatId="hierarchy" qsTypeId="urn:microsoft.com/office/officeart/2005/8/quickstyle/simple2" qsCatId="simple" csTypeId="urn:microsoft.com/office/officeart/2005/8/colors/accent0_2" csCatId="mainScheme" phldr="1"/>
      <dgm:spPr/>
      <dgm:t>
        <a:bodyPr/>
        <a:lstStyle/>
        <a:p>
          <a:endParaRPr lang="en-IN"/>
        </a:p>
      </dgm:t>
    </dgm:pt>
    <dgm:pt modelId="{A5DFE530-1676-4D23-8538-411342760FD0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R System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674D0BB-AE2C-4BFC-B904-D8566497F209}" type="parTrans" cxnId="{30A100CB-6EB0-458C-9C02-E6B294CFA94D}">
      <dgm:prSet/>
      <dgm:spPr/>
      <dgm:t>
        <a:bodyPr/>
        <a:lstStyle/>
        <a:p>
          <a:endParaRPr lang="en-IN"/>
        </a:p>
      </dgm:t>
    </dgm:pt>
    <dgm:pt modelId="{64315066-6338-4B5B-B700-BADDAD05B0A4}" type="sibTrans" cxnId="{30A100CB-6EB0-458C-9C02-E6B294CFA94D}">
      <dgm:prSet/>
      <dgm:spPr/>
      <dgm:t>
        <a:bodyPr/>
        <a:lstStyle/>
        <a:p>
          <a:endParaRPr lang="en-IN"/>
        </a:p>
      </dgm:t>
    </dgm:pt>
    <dgm:pt modelId="{D964E150-32D3-4AEC-AA5B-1020E537549C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“base” R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4B30EEA-F0DE-4F47-8B73-C13A6403635C}" type="parTrans" cxnId="{EE8D357E-966F-416D-BF55-890DB87B035F}">
      <dgm:prSet/>
      <dgm:spPr/>
      <dgm:t>
        <a:bodyPr/>
        <a:lstStyle/>
        <a:p>
          <a:endParaRPr lang="en-IN"/>
        </a:p>
      </dgm:t>
    </dgm:pt>
    <dgm:pt modelId="{3CA8AE6D-6E1D-40F2-97F5-2FA29937AE50}" type="sibTrans" cxnId="{EE8D357E-966F-416D-BF55-890DB87B035F}">
      <dgm:prSet/>
      <dgm:spPr/>
      <dgm:t>
        <a:bodyPr/>
        <a:lstStyle/>
        <a:p>
          <a:endParaRPr lang="en-IN"/>
        </a:p>
      </dgm:t>
    </dgm:pt>
    <dgm:pt modelId="{706CFB94-79FF-4D07-8953-9E5CEE0E1977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Everything else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7BA6487-E0E0-4BE2-8874-2687058C479C}" type="parTrans" cxnId="{62A2F9E1-28F8-4691-A6F3-595279B0DF1E}">
      <dgm:prSet/>
      <dgm:spPr/>
      <dgm:t>
        <a:bodyPr/>
        <a:lstStyle/>
        <a:p>
          <a:endParaRPr lang="en-IN"/>
        </a:p>
      </dgm:t>
    </dgm:pt>
    <dgm:pt modelId="{91064022-5AD1-43DB-A7C6-3E08AE97ACA5}" type="sibTrans" cxnId="{62A2F9E1-28F8-4691-A6F3-595279B0DF1E}">
      <dgm:prSet/>
      <dgm:spPr/>
      <dgm:t>
        <a:bodyPr/>
        <a:lstStyle/>
        <a:p>
          <a:endParaRPr lang="en-IN"/>
        </a:p>
      </dgm:t>
    </dgm:pt>
    <dgm:pt modelId="{26853EE2-A6F8-477B-A59B-8C1BA85EC628}">
      <dgm:prSet phldrT="[Text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 Other remaining packages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8222ECA-9734-4FDA-B362-768D3A2A9889}" type="parTrans" cxnId="{0E018562-A24B-42E6-8AC9-F3E750D2C570}">
      <dgm:prSet/>
      <dgm:spPr/>
      <dgm:t>
        <a:bodyPr/>
        <a:lstStyle/>
        <a:p>
          <a:endParaRPr lang="en-IN"/>
        </a:p>
      </dgm:t>
    </dgm:pt>
    <dgm:pt modelId="{3516F5FC-9271-4CD9-AB09-559C824B2FD4}" type="sibTrans" cxnId="{0E018562-A24B-42E6-8AC9-F3E750D2C570}">
      <dgm:prSet/>
      <dgm:spPr/>
      <dgm:t>
        <a:bodyPr/>
        <a:lstStyle/>
        <a:p>
          <a:endParaRPr lang="en-IN"/>
        </a:p>
      </dgm:t>
    </dgm:pt>
    <dgm:pt modelId="{9782C947-4CA1-41C6-AE4B-704D1D0D84EF}">
      <dgm:prSet phldrT="[Text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Recommended packages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CDD8875-FFC7-47ED-8EA0-2E02B94BC302}" type="parTrans" cxnId="{257F6D15-21D6-4241-ABA9-2CD35C830C5D}">
      <dgm:prSet/>
      <dgm:spPr/>
      <dgm:t>
        <a:bodyPr/>
        <a:lstStyle/>
        <a:p>
          <a:endParaRPr lang="en-IN"/>
        </a:p>
      </dgm:t>
    </dgm:pt>
    <dgm:pt modelId="{40E73226-3EF0-4F16-A3DB-27CFD93B1E07}" type="sibTrans" cxnId="{257F6D15-21D6-4241-ABA9-2CD35C830C5D}">
      <dgm:prSet/>
      <dgm:spPr/>
      <dgm:t>
        <a:bodyPr/>
        <a:lstStyle/>
        <a:p>
          <a:endParaRPr lang="en-IN"/>
        </a:p>
      </dgm:t>
    </dgm:pt>
    <dgm:pt modelId="{15AC0F75-0FC0-4206-83A2-D9FA354C0731}">
      <dgm:prSet phldrT="[Text]" custT="1"/>
      <dgm:spPr/>
      <dgm:t>
        <a:bodyPr/>
        <a:lstStyle/>
        <a:p>
          <a:r>
            <a:rPr lang="en-US" sz="1800" dirty="0">
              <a:latin typeface="Times New Roman" panose="02020603050405020304" pitchFamily="18" charset="0"/>
              <a:cs typeface="Times New Roman" panose="02020603050405020304" pitchFamily="18" charset="0"/>
            </a:rPr>
            <a:t>“base” package and other fundamental packages</a:t>
          </a:r>
          <a:endParaRPr lang="en-IN" sz="1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4F025BC-3DAE-40EC-AA32-784DF5604533}" type="parTrans" cxnId="{417835C6-7F6E-4574-BF67-04FE8500155A}">
      <dgm:prSet/>
      <dgm:spPr/>
      <dgm:t>
        <a:bodyPr/>
        <a:lstStyle/>
        <a:p>
          <a:endParaRPr lang="en-IN"/>
        </a:p>
      </dgm:t>
    </dgm:pt>
    <dgm:pt modelId="{A1A4CA7F-3A7B-414D-934C-0AB231C4A3A5}" type="sibTrans" cxnId="{417835C6-7F6E-4574-BF67-04FE8500155A}">
      <dgm:prSet/>
      <dgm:spPr/>
      <dgm:t>
        <a:bodyPr/>
        <a:lstStyle/>
        <a:p>
          <a:endParaRPr lang="en-IN"/>
        </a:p>
      </dgm:t>
    </dgm:pt>
    <dgm:pt modelId="{1B861189-4023-463D-A9C4-974D1F24A273}" type="pres">
      <dgm:prSet presAssocID="{3DB7EE01-D603-4F8E-BAEA-E0DD3C96D134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DDF25E4F-EC87-456D-A4B9-9906D166701A}" type="pres">
      <dgm:prSet presAssocID="{A5DFE530-1676-4D23-8538-411342760FD0}" presName="root1" presStyleCnt="0"/>
      <dgm:spPr/>
    </dgm:pt>
    <dgm:pt modelId="{A17E81D4-7BAB-490B-AE58-FCBC7F98311A}" type="pres">
      <dgm:prSet presAssocID="{A5DFE530-1676-4D23-8538-411342760FD0}" presName="LevelOneTextNode" presStyleLbl="node0" presStyleIdx="0" presStyleCnt="1">
        <dgm:presLayoutVars>
          <dgm:chPref val="3"/>
        </dgm:presLayoutVars>
      </dgm:prSet>
      <dgm:spPr/>
    </dgm:pt>
    <dgm:pt modelId="{F86A9B71-74D3-43CD-8FB5-8196473909DB}" type="pres">
      <dgm:prSet presAssocID="{A5DFE530-1676-4D23-8538-411342760FD0}" presName="level2hierChild" presStyleCnt="0"/>
      <dgm:spPr/>
    </dgm:pt>
    <dgm:pt modelId="{787C2763-1BAF-4850-9267-946249299483}" type="pres">
      <dgm:prSet presAssocID="{34B30EEA-F0DE-4F47-8B73-C13A6403635C}" presName="conn2-1" presStyleLbl="parChTrans1D2" presStyleIdx="0" presStyleCnt="2"/>
      <dgm:spPr/>
    </dgm:pt>
    <dgm:pt modelId="{FB4205B9-1C67-4017-ACC5-065213F14BCC}" type="pres">
      <dgm:prSet presAssocID="{34B30EEA-F0DE-4F47-8B73-C13A6403635C}" presName="connTx" presStyleLbl="parChTrans1D2" presStyleIdx="0" presStyleCnt="2"/>
      <dgm:spPr/>
    </dgm:pt>
    <dgm:pt modelId="{20DD8AF9-9661-4DF8-A207-EE555E1B46CD}" type="pres">
      <dgm:prSet presAssocID="{D964E150-32D3-4AEC-AA5B-1020E537549C}" presName="root2" presStyleCnt="0"/>
      <dgm:spPr/>
    </dgm:pt>
    <dgm:pt modelId="{E6F0E750-20E7-452E-87AF-8A3F78273D59}" type="pres">
      <dgm:prSet presAssocID="{D964E150-32D3-4AEC-AA5B-1020E537549C}" presName="LevelTwoTextNode" presStyleLbl="node2" presStyleIdx="0" presStyleCnt="2">
        <dgm:presLayoutVars>
          <dgm:chPref val="3"/>
        </dgm:presLayoutVars>
      </dgm:prSet>
      <dgm:spPr/>
    </dgm:pt>
    <dgm:pt modelId="{F38353A4-4258-4448-B553-00004BB68AC2}" type="pres">
      <dgm:prSet presAssocID="{D964E150-32D3-4AEC-AA5B-1020E537549C}" presName="level3hierChild" presStyleCnt="0"/>
      <dgm:spPr/>
    </dgm:pt>
    <dgm:pt modelId="{45AC98BD-EE3B-4F91-958B-7830FE277853}" type="pres">
      <dgm:prSet presAssocID="{D4F025BC-3DAE-40EC-AA32-784DF5604533}" presName="conn2-1" presStyleLbl="parChTrans1D3" presStyleIdx="0" presStyleCnt="3"/>
      <dgm:spPr/>
    </dgm:pt>
    <dgm:pt modelId="{4F73A678-3A4A-453A-8D5A-DF6B36DB3121}" type="pres">
      <dgm:prSet presAssocID="{D4F025BC-3DAE-40EC-AA32-784DF5604533}" presName="connTx" presStyleLbl="parChTrans1D3" presStyleIdx="0" presStyleCnt="3"/>
      <dgm:spPr/>
    </dgm:pt>
    <dgm:pt modelId="{57D7EF64-C84F-4560-81B9-3A4FAC18AD1A}" type="pres">
      <dgm:prSet presAssocID="{15AC0F75-0FC0-4206-83A2-D9FA354C0731}" presName="root2" presStyleCnt="0"/>
      <dgm:spPr/>
    </dgm:pt>
    <dgm:pt modelId="{D0492762-53E7-4AA9-BDB9-4707EBFBA418}" type="pres">
      <dgm:prSet presAssocID="{15AC0F75-0FC0-4206-83A2-D9FA354C0731}" presName="LevelTwoTextNode" presStyleLbl="node3" presStyleIdx="0" presStyleCnt="3">
        <dgm:presLayoutVars>
          <dgm:chPref val="3"/>
        </dgm:presLayoutVars>
      </dgm:prSet>
      <dgm:spPr/>
    </dgm:pt>
    <dgm:pt modelId="{F560E3FE-7EA9-4776-828B-FC23379A1CF5}" type="pres">
      <dgm:prSet presAssocID="{15AC0F75-0FC0-4206-83A2-D9FA354C0731}" presName="level3hierChild" presStyleCnt="0"/>
      <dgm:spPr/>
    </dgm:pt>
    <dgm:pt modelId="{6A2A2BD2-852E-41D8-A404-26AC8AC7CBE3}" type="pres">
      <dgm:prSet presAssocID="{ECDD8875-FFC7-47ED-8EA0-2E02B94BC302}" presName="conn2-1" presStyleLbl="parChTrans1D3" presStyleIdx="1" presStyleCnt="3"/>
      <dgm:spPr/>
    </dgm:pt>
    <dgm:pt modelId="{8DA5BEE6-1631-4F16-999F-40D70B2FA838}" type="pres">
      <dgm:prSet presAssocID="{ECDD8875-FFC7-47ED-8EA0-2E02B94BC302}" presName="connTx" presStyleLbl="parChTrans1D3" presStyleIdx="1" presStyleCnt="3"/>
      <dgm:spPr/>
    </dgm:pt>
    <dgm:pt modelId="{1CCEAC1A-E1BE-46CE-9DC0-0CFCE37EE647}" type="pres">
      <dgm:prSet presAssocID="{9782C947-4CA1-41C6-AE4B-704D1D0D84EF}" presName="root2" presStyleCnt="0"/>
      <dgm:spPr/>
    </dgm:pt>
    <dgm:pt modelId="{0D5D2167-2317-475C-B435-2190AFF1B188}" type="pres">
      <dgm:prSet presAssocID="{9782C947-4CA1-41C6-AE4B-704D1D0D84EF}" presName="LevelTwoTextNode" presStyleLbl="node3" presStyleIdx="1" presStyleCnt="3">
        <dgm:presLayoutVars>
          <dgm:chPref val="3"/>
        </dgm:presLayoutVars>
      </dgm:prSet>
      <dgm:spPr/>
    </dgm:pt>
    <dgm:pt modelId="{70345C26-4F9F-4552-A304-DF2082AE8D6A}" type="pres">
      <dgm:prSet presAssocID="{9782C947-4CA1-41C6-AE4B-704D1D0D84EF}" presName="level3hierChild" presStyleCnt="0"/>
      <dgm:spPr/>
    </dgm:pt>
    <dgm:pt modelId="{5129AE67-6D6C-4632-A7F7-FA8E4B0E2602}" type="pres">
      <dgm:prSet presAssocID="{E7BA6487-E0E0-4BE2-8874-2687058C479C}" presName="conn2-1" presStyleLbl="parChTrans1D2" presStyleIdx="1" presStyleCnt="2"/>
      <dgm:spPr/>
    </dgm:pt>
    <dgm:pt modelId="{5D4EBAA5-FE63-4E92-AFE5-FE7B25ACBDDF}" type="pres">
      <dgm:prSet presAssocID="{E7BA6487-E0E0-4BE2-8874-2687058C479C}" presName="connTx" presStyleLbl="parChTrans1D2" presStyleIdx="1" presStyleCnt="2"/>
      <dgm:spPr/>
    </dgm:pt>
    <dgm:pt modelId="{59F7A85A-0B74-414C-B588-36A2DE236B8E}" type="pres">
      <dgm:prSet presAssocID="{706CFB94-79FF-4D07-8953-9E5CEE0E1977}" presName="root2" presStyleCnt="0"/>
      <dgm:spPr/>
    </dgm:pt>
    <dgm:pt modelId="{9DBFDF57-F7B5-4BE2-A688-5DED17147F92}" type="pres">
      <dgm:prSet presAssocID="{706CFB94-79FF-4D07-8953-9E5CEE0E1977}" presName="LevelTwoTextNode" presStyleLbl="node2" presStyleIdx="1" presStyleCnt="2">
        <dgm:presLayoutVars>
          <dgm:chPref val="3"/>
        </dgm:presLayoutVars>
      </dgm:prSet>
      <dgm:spPr/>
    </dgm:pt>
    <dgm:pt modelId="{27006785-AD46-411B-BB49-FB0564AA060D}" type="pres">
      <dgm:prSet presAssocID="{706CFB94-79FF-4D07-8953-9E5CEE0E1977}" presName="level3hierChild" presStyleCnt="0"/>
      <dgm:spPr/>
    </dgm:pt>
    <dgm:pt modelId="{9BDF1498-EC2F-4C8C-B1F1-8254678F682F}" type="pres">
      <dgm:prSet presAssocID="{48222ECA-9734-4FDA-B362-768D3A2A9889}" presName="conn2-1" presStyleLbl="parChTrans1D3" presStyleIdx="2" presStyleCnt="3"/>
      <dgm:spPr/>
    </dgm:pt>
    <dgm:pt modelId="{845365AF-614F-4D98-BBBF-9A3D4E2C5273}" type="pres">
      <dgm:prSet presAssocID="{48222ECA-9734-4FDA-B362-768D3A2A9889}" presName="connTx" presStyleLbl="parChTrans1D3" presStyleIdx="2" presStyleCnt="3"/>
      <dgm:spPr/>
    </dgm:pt>
    <dgm:pt modelId="{EB18DE9D-3207-4B6A-BC34-EFAB7B4A9B8E}" type="pres">
      <dgm:prSet presAssocID="{26853EE2-A6F8-477B-A59B-8C1BA85EC628}" presName="root2" presStyleCnt="0"/>
      <dgm:spPr/>
    </dgm:pt>
    <dgm:pt modelId="{891EF94C-A29A-43F2-85AA-06FAF435E281}" type="pres">
      <dgm:prSet presAssocID="{26853EE2-A6F8-477B-A59B-8C1BA85EC628}" presName="LevelTwoTextNode" presStyleLbl="node3" presStyleIdx="2" presStyleCnt="3">
        <dgm:presLayoutVars>
          <dgm:chPref val="3"/>
        </dgm:presLayoutVars>
      </dgm:prSet>
      <dgm:spPr/>
    </dgm:pt>
    <dgm:pt modelId="{F42C46D9-6CCE-4299-89BF-786700CF8365}" type="pres">
      <dgm:prSet presAssocID="{26853EE2-A6F8-477B-A59B-8C1BA85EC628}" presName="level3hierChild" presStyleCnt="0"/>
      <dgm:spPr/>
    </dgm:pt>
  </dgm:ptLst>
  <dgm:cxnLst>
    <dgm:cxn modelId="{257F6D15-21D6-4241-ABA9-2CD35C830C5D}" srcId="{D964E150-32D3-4AEC-AA5B-1020E537549C}" destId="{9782C947-4CA1-41C6-AE4B-704D1D0D84EF}" srcOrd="1" destOrd="0" parTransId="{ECDD8875-FFC7-47ED-8EA0-2E02B94BC302}" sibTransId="{40E73226-3EF0-4F16-A3DB-27CFD93B1E07}"/>
    <dgm:cxn modelId="{59018A27-1EC8-4F8A-BF84-264FFC679975}" type="presOf" srcId="{15AC0F75-0FC0-4206-83A2-D9FA354C0731}" destId="{D0492762-53E7-4AA9-BDB9-4707EBFBA418}" srcOrd="0" destOrd="0" presId="urn:microsoft.com/office/officeart/2005/8/layout/hierarchy2"/>
    <dgm:cxn modelId="{EEBD2D41-B004-4A8A-B250-57A2D9E15DA7}" type="presOf" srcId="{34B30EEA-F0DE-4F47-8B73-C13A6403635C}" destId="{FB4205B9-1C67-4017-ACC5-065213F14BCC}" srcOrd="1" destOrd="0" presId="urn:microsoft.com/office/officeart/2005/8/layout/hierarchy2"/>
    <dgm:cxn modelId="{092D7D44-09B7-4206-8BE0-C3557918F087}" type="presOf" srcId="{ECDD8875-FFC7-47ED-8EA0-2E02B94BC302}" destId="{6A2A2BD2-852E-41D8-A404-26AC8AC7CBE3}" srcOrd="0" destOrd="0" presId="urn:microsoft.com/office/officeart/2005/8/layout/hierarchy2"/>
    <dgm:cxn modelId="{17049F4D-4B3D-4619-8CCB-FD2B72AAFB9C}" type="presOf" srcId="{3DB7EE01-D603-4F8E-BAEA-E0DD3C96D134}" destId="{1B861189-4023-463D-A9C4-974D1F24A273}" srcOrd="0" destOrd="0" presId="urn:microsoft.com/office/officeart/2005/8/layout/hierarchy2"/>
    <dgm:cxn modelId="{C3001458-BCEE-4AB4-8CC2-62C4CA19BBF7}" type="presOf" srcId="{A5DFE530-1676-4D23-8538-411342760FD0}" destId="{A17E81D4-7BAB-490B-AE58-FCBC7F98311A}" srcOrd="0" destOrd="0" presId="urn:microsoft.com/office/officeart/2005/8/layout/hierarchy2"/>
    <dgm:cxn modelId="{8D60225E-8A61-4C5B-B191-BE7680865022}" type="presOf" srcId="{9782C947-4CA1-41C6-AE4B-704D1D0D84EF}" destId="{0D5D2167-2317-475C-B435-2190AFF1B188}" srcOrd="0" destOrd="0" presId="urn:microsoft.com/office/officeart/2005/8/layout/hierarchy2"/>
    <dgm:cxn modelId="{0E018562-A24B-42E6-8AC9-F3E750D2C570}" srcId="{706CFB94-79FF-4D07-8953-9E5CEE0E1977}" destId="{26853EE2-A6F8-477B-A59B-8C1BA85EC628}" srcOrd="0" destOrd="0" parTransId="{48222ECA-9734-4FDA-B362-768D3A2A9889}" sibTransId="{3516F5FC-9271-4CD9-AB09-559C824B2FD4}"/>
    <dgm:cxn modelId="{EE8D357E-966F-416D-BF55-890DB87B035F}" srcId="{A5DFE530-1676-4D23-8538-411342760FD0}" destId="{D964E150-32D3-4AEC-AA5B-1020E537549C}" srcOrd="0" destOrd="0" parTransId="{34B30EEA-F0DE-4F47-8B73-C13A6403635C}" sibTransId="{3CA8AE6D-6E1D-40F2-97F5-2FA29937AE50}"/>
    <dgm:cxn modelId="{ADC86089-3A0A-45BE-BA3A-BB1A265CD37D}" type="presOf" srcId="{34B30EEA-F0DE-4F47-8B73-C13A6403635C}" destId="{787C2763-1BAF-4850-9267-946249299483}" srcOrd="0" destOrd="0" presId="urn:microsoft.com/office/officeart/2005/8/layout/hierarchy2"/>
    <dgm:cxn modelId="{1AFB398E-01F8-48BB-A07C-1947E7D8AF59}" type="presOf" srcId="{48222ECA-9734-4FDA-B362-768D3A2A9889}" destId="{845365AF-614F-4D98-BBBF-9A3D4E2C5273}" srcOrd="1" destOrd="0" presId="urn:microsoft.com/office/officeart/2005/8/layout/hierarchy2"/>
    <dgm:cxn modelId="{D0C1A0B4-A0ED-4B3F-9198-E8FEB9041B91}" type="presOf" srcId="{E7BA6487-E0E0-4BE2-8874-2687058C479C}" destId="{5D4EBAA5-FE63-4E92-AFE5-FE7B25ACBDDF}" srcOrd="1" destOrd="0" presId="urn:microsoft.com/office/officeart/2005/8/layout/hierarchy2"/>
    <dgm:cxn modelId="{D7A108BA-BCEB-4238-B2AD-947AD1600178}" type="presOf" srcId="{48222ECA-9734-4FDA-B362-768D3A2A9889}" destId="{9BDF1498-EC2F-4C8C-B1F1-8254678F682F}" srcOrd="0" destOrd="0" presId="urn:microsoft.com/office/officeart/2005/8/layout/hierarchy2"/>
    <dgm:cxn modelId="{06F418C1-12E7-436D-A195-868A17BB9F18}" type="presOf" srcId="{E7BA6487-E0E0-4BE2-8874-2687058C479C}" destId="{5129AE67-6D6C-4632-A7F7-FA8E4B0E2602}" srcOrd="0" destOrd="0" presId="urn:microsoft.com/office/officeart/2005/8/layout/hierarchy2"/>
    <dgm:cxn modelId="{93F846C5-1BA4-443A-A5A0-C4F19FCF5208}" type="presOf" srcId="{D4F025BC-3DAE-40EC-AA32-784DF5604533}" destId="{4F73A678-3A4A-453A-8D5A-DF6B36DB3121}" srcOrd="1" destOrd="0" presId="urn:microsoft.com/office/officeart/2005/8/layout/hierarchy2"/>
    <dgm:cxn modelId="{417835C6-7F6E-4574-BF67-04FE8500155A}" srcId="{D964E150-32D3-4AEC-AA5B-1020E537549C}" destId="{15AC0F75-0FC0-4206-83A2-D9FA354C0731}" srcOrd="0" destOrd="0" parTransId="{D4F025BC-3DAE-40EC-AA32-784DF5604533}" sibTransId="{A1A4CA7F-3A7B-414D-934C-0AB231C4A3A5}"/>
    <dgm:cxn modelId="{63F465C8-3365-407C-A818-45CA98748D3C}" type="presOf" srcId="{D964E150-32D3-4AEC-AA5B-1020E537549C}" destId="{E6F0E750-20E7-452E-87AF-8A3F78273D59}" srcOrd="0" destOrd="0" presId="urn:microsoft.com/office/officeart/2005/8/layout/hierarchy2"/>
    <dgm:cxn modelId="{30A100CB-6EB0-458C-9C02-E6B294CFA94D}" srcId="{3DB7EE01-D603-4F8E-BAEA-E0DD3C96D134}" destId="{A5DFE530-1676-4D23-8538-411342760FD0}" srcOrd="0" destOrd="0" parTransId="{C674D0BB-AE2C-4BFC-B904-D8566497F209}" sibTransId="{64315066-6338-4B5B-B700-BADDAD05B0A4}"/>
    <dgm:cxn modelId="{03BFF9DF-5EB7-446B-B035-C7E231A30CB5}" type="presOf" srcId="{D4F025BC-3DAE-40EC-AA32-784DF5604533}" destId="{45AC98BD-EE3B-4F91-958B-7830FE277853}" srcOrd="0" destOrd="0" presId="urn:microsoft.com/office/officeart/2005/8/layout/hierarchy2"/>
    <dgm:cxn modelId="{4B7FADE1-53BE-48B5-8C9F-C109A18BF3D2}" type="presOf" srcId="{706CFB94-79FF-4D07-8953-9E5CEE0E1977}" destId="{9DBFDF57-F7B5-4BE2-A688-5DED17147F92}" srcOrd="0" destOrd="0" presId="urn:microsoft.com/office/officeart/2005/8/layout/hierarchy2"/>
    <dgm:cxn modelId="{62A2F9E1-28F8-4691-A6F3-595279B0DF1E}" srcId="{A5DFE530-1676-4D23-8538-411342760FD0}" destId="{706CFB94-79FF-4D07-8953-9E5CEE0E1977}" srcOrd="1" destOrd="0" parTransId="{E7BA6487-E0E0-4BE2-8874-2687058C479C}" sibTransId="{91064022-5AD1-43DB-A7C6-3E08AE97ACA5}"/>
    <dgm:cxn modelId="{E70462E3-5F64-448F-9D81-46EA8CAA822B}" type="presOf" srcId="{ECDD8875-FFC7-47ED-8EA0-2E02B94BC302}" destId="{8DA5BEE6-1631-4F16-999F-40D70B2FA838}" srcOrd="1" destOrd="0" presId="urn:microsoft.com/office/officeart/2005/8/layout/hierarchy2"/>
    <dgm:cxn modelId="{B32F53FD-2DE6-4167-A5EC-155271BBA472}" type="presOf" srcId="{26853EE2-A6F8-477B-A59B-8C1BA85EC628}" destId="{891EF94C-A29A-43F2-85AA-06FAF435E281}" srcOrd="0" destOrd="0" presId="urn:microsoft.com/office/officeart/2005/8/layout/hierarchy2"/>
    <dgm:cxn modelId="{FA5F23D1-F3CC-4708-B7C4-AC76C4BD2B2E}" type="presParOf" srcId="{1B861189-4023-463D-A9C4-974D1F24A273}" destId="{DDF25E4F-EC87-456D-A4B9-9906D166701A}" srcOrd="0" destOrd="0" presId="urn:microsoft.com/office/officeart/2005/8/layout/hierarchy2"/>
    <dgm:cxn modelId="{454FECF6-210D-4883-A840-FBAD25DA9BA9}" type="presParOf" srcId="{DDF25E4F-EC87-456D-A4B9-9906D166701A}" destId="{A17E81D4-7BAB-490B-AE58-FCBC7F98311A}" srcOrd="0" destOrd="0" presId="urn:microsoft.com/office/officeart/2005/8/layout/hierarchy2"/>
    <dgm:cxn modelId="{A1DB1538-3DB6-4B31-982D-15E32A8C3CC7}" type="presParOf" srcId="{DDF25E4F-EC87-456D-A4B9-9906D166701A}" destId="{F86A9B71-74D3-43CD-8FB5-8196473909DB}" srcOrd="1" destOrd="0" presId="urn:microsoft.com/office/officeart/2005/8/layout/hierarchy2"/>
    <dgm:cxn modelId="{A46BE6EE-4F92-4B0C-B1AB-C225A5289E31}" type="presParOf" srcId="{F86A9B71-74D3-43CD-8FB5-8196473909DB}" destId="{787C2763-1BAF-4850-9267-946249299483}" srcOrd="0" destOrd="0" presId="urn:microsoft.com/office/officeart/2005/8/layout/hierarchy2"/>
    <dgm:cxn modelId="{1E8AFE61-1C71-4235-9D56-326184BB4415}" type="presParOf" srcId="{787C2763-1BAF-4850-9267-946249299483}" destId="{FB4205B9-1C67-4017-ACC5-065213F14BCC}" srcOrd="0" destOrd="0" presId="urn:microsoft.com/office/officeart/2005/8/layout/hierarchy2"/>
    <dgm:cxn modelId="{266CC7D1-44AA-492C-A0EB-1CCED4BC7624}" type="presParOf" srcId="{F86A9B71-74D3-43CD-8FB5-8196473909DB}" destId="{20DD8AF9-9661-4DF8-A207-EE555E1B46CD}" srcOrd="1" destOrd="0" presId="urn:microsoft.com/office/officeart/2005/8/layout/hierarchy2"/>
    <dgm:cxn modelId="{0619FB75-DD27-4288-B459-72779DA946E0}" type="presParOf" srcId="{20DD8AF9-9661-4DF8-A207-EE555E1B46CD}" destId="{E6F0E750-20E7-452E-87AF-8A3F78273D59}" srcOrd="0" destOrd="0" presId="urn:microsoft.com/office/officeart/2005/8/layout/hierarchy2"/>
    <dgm:cxn modelId="{628A3140-65B7-42C1-B7DB-F80815B1ADC0}" type="presParOf" srcId="{20DD8AF9-9661-4DF8-A207-EE555E1B46CD}" destId="{F38353A4-4258-4448-B553-00004BB68AC2}" srcOrd="1" destOrd="0" presId="urn:microsoft.com/office/officeart/2005/8/layout/hierarchy2"/>
    <dgm:cxn modelId="{3EADA719-4621-42C5-BDB0-A662A33786DC}" type="presParOf" srcId="{F38353A4-4258-4448-B553-00004BB68AC2}" destId="{45AC98BD-EE3B-4F91-958B-7830FE277853}" srcOrd="0" destOrd="0" presId="urn:microsoft.com/office/officeart/2005/8/layout/hierarchy2"/>
    <dgm:cxn modelId="{1F39D739-7689-4A5E-B0A3-8FA4A22A0F22}" type="presParOf" srcId="{45AC98BD-EE3B-4F91-958B-7830FE277853}" destId="{4F73A678-3A4A-453A-8D5A-DF6B36DB3121}" srcOrd="0" destOrd="0" presId="urn:microsoft.com/office/officeart/2005/8/layout/hierarchy2"/>
    <dgm:cxn modelId="{F49439EE-FD75-4D5E-9E89-747EBD4812B2}" type="presParOf" srcId="{F38353A4-4258-4448-B553-00004BB68AC2}" destId="{57D7EF64-C84F-4560-81B9-3A4FAC18AD1A}" srcOrd="1" destOrd="0" presId="urn:microsoft.com/office/officeart/2005/8/layout/hierarchy2"/>
    <dgm:cxn modelId="{AA45B54E-37F8-460A-A4DB-3EE767F4C352}" type="presParOf" srcId="{57D7EF64-C84F-4560-81B9-3A4FAC18AD1A}" destId="{D0492762-53E7-4AA9-BDB9-4707EBFBA418}" srcOrd="0" destOrd="0" presId="urn:microsoft.com/office/officeart/2005/8/layout/hierarchy2"/>
    <dgm:cxn modelId="{F4CAD10C-0241-415F-8640-9FB7E88F0420}" type="presParOf" srcId="{57D7EF64-C84F-4560-81B9-3A4FAC18AD1A}" destId="{F560E3FE-7EA9-4776-828B-FC23379A1CF5}" srcOrd="1" destOrd="0" presId="urn:microsoft.com/office/officeart/2005/8/layout/hierarchy2"/>
    <dgm:cxn modelId="{299B9A73-1A51-4D4F-A3CD-2CCA48B9C730}" type="presParOf" srcId="{F38353A4-4258-4448-B553-00004BB68AC2}" destId="{6A2A2BD2-852E-41D8-A404-26AC8AC7CBE3}" srcOrd="2" destOrd="0" presId="urn:microsoft.com/office/officeart/2005/8/layout/hierarchy2"/>
    <dgm:cxn modelId="{D8F61C6B-1B66-4A26-8830-6DAF798DC50F}" type="presParOf" srcId="{6A2A2BD2-852E-41D8-A404-26AC8AC7CBE3}" destId="{8DA5BEE6-1631-4F16-999F-40D70B2FA838}" srcOrd="0" destOrd="0" presId="urn:microsoft.com/office/officeart/2005/8/layout/hierarchy2"/>
    <dgm:cxn modelId="{5F712EE2-37BC-4B89-AC83-A4960BE3965F}" type="presParOf" srcId="{F38353A4-4258-4448-B553-00004BB68AC2}" destId="{1CCEAC1A-E1BE-46CE-9DC0-0CFCE37EE647}" srcOrd="3" destOrd="0" presId="urn:microsoft.com/office/officeart/2005/8/layout/hierarchy2"/>
    <dgm:cxn modelId="{943A770C-CF41-475E-826E-B26094483197}" type="presParOf" srcId="{1CCEAC1A-E1BE-46CE-9DC0-0CFCE37EE647}" destId="{0D5D2167-2317-475C-B435-2190AFF1B188}" srcOrd="0" destOrd="0" presId="urn:microsoft.com/office/officeart/2005/8/layout/hierarchy2"/>
    <dgm:cxn modelId="{09DDCA7D-145D-4AE8-B28A-DC2FC1C539A1}" type="presParOf" srcId="{1CCEAC1A-E1BE-46CE-9DC0-0CFCE37EE647}" destId="{70345C26-4F9F-4552-A304-DF2082AE8D6A}" srcOrd="1" destOrd="0" presId="urn:microsoft.com/office/officeart/2005/8/layout/hierarchy2"/>
    <dgm:cxn modelId="{B4029998-3563-492E-8675-0A85CA8A8BD5}" type="presParOf" srcId="{F86A9B71-74D3-43CD-8FB5-8196473909DB}" destId="{5129AE67-6D6C-4632-A7F7-FA8E4B0E2602}" srcOrd="2" destOrd="0" presId="urn:microsoft.com/office/officeart/2005/8/layout/hierarchy2"/>
    <dgm:cxn modelId="{4E9641DA-4395-41BF-A8F7-9367F364F4C2}" type="presParOf" srcId="{5129AE67-6D6C-4632-A7F7-FA8E4B0E2602}" destId="{5D4EBAA5-FE63-4E92-AFE5-FE7B25ACBDDF}" srcOrd="0" destOrd="0" presId="urn:microsoft.com/office/officeart/2005/8/layout/hierarchy2"/>
    <dgm:cxn modelId="{77981DF9-4D39-411E-A2CD-5D6778DCB26B}" type="presParOf" srcId="{F86A9B71-74D3-43CD-8FB5-8196473909DB}" destId="{59F7A85A-0B74-414C-B588-36A2DE236B8E}" srcOrd="3" destOrd="0" presId="urn:microsoft.com/office/officeart/2005/8/layout/hierarchy2"/>
    <dgm:cxn modelId="{CFC4D3E5-9DA3-4687-92EE-D9EB4E6C1A90}" type="presParOf" srcId="{59F7A85A-0B74-414C-B588-36A2DE236B8E}" destId="{9DBFDF57-F7B5-4BE2-A688-5DED17147F92}" srcOrd="0" destOrd="0" presId="urn:microsoft.com/office/officeart/2005/8/layout/hierarchy2"/>
    <dgm:cxn modelId="{96C4E1F9-BF32-4444-B040-142569827658}" type="presParOf" srcId="{59F7A85A-0B74-414C-B588-36A2DE236B8E}" destId="{27006785-AD46-411B-BB49-FB0564AA060D}" srcOrd="1" destOrd="0" presId="urn:microsoft.com/office/officeart/2005/8/layout/hierarchy2"/>
    <dgm:cxn modelId="{842A8848-9B69-4DFC-B7E9-1EA019289C83}" type="presParOf" srcId="{27006785-AD46-411B-BB49-FB0564AA060D}" destId="{9BDF1498-EC2F-4C8C-B1F1-8254678F682F}" srcOrd="0" destOrd="0" presId="urn:microsoft.com/office/officeart/2005/8/layout/hierarchy2"/>
    <dgm:cxn modelId="{900D428F-D773-4303-9FB6-E4F52A159B72}" type="presParOf" srcId="{9BDF1498-EC2F-4C8C-B1F1-8254678F682F}" destId="{845365AF-614F-4D98-BBBF-9A3D4E2C5273}" srcOrd="0" destOrd="0" presId="urn:microsoft.com/office/officeart/2005/8/layout/hierarchy2"/>
    <dgm:cxn modelId="{826DA395-9F21-4C8E-AB99-69B980BACDBE}" type="presParOf" srcId="{27006785-AD46-411B-BB49-FB0564AA060D}" destId="{EB18DE9D-3207-4B6A-BC34-EFAB7B4A9B8E}" srcOrd="1" destOrd="0" presId="urn:microsoft.com/office/officeart/2005/8/layout/hierarchy2"/>
    <dgm:cxn modelId="{CAC8B5D1-2A9D-4A4B-BC0C-226B581583DD}" type="presParOf" srcId="{EB18DE9D-3207-4B6A-BC34-EFAB7B4A9B8E}" destId="{891EF94C-A29A-43F2-85AA-06FAF435E281}" srcOrd="0" destOrd="0" presId="urn:microsoft.com/office/officeart/2005/8/layout/hierarchy2"/>
    <dgm:cxn modelId="{2224029F-87BB-40A3-A143-85A9581DA627}" type="presParOf" srcId="{EB18DE9D-3207-4B6A-BC34-EFAB7B4A9B8E}" destId="{F42C46D9-6CCE-4299-89BF-786700CF8365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0F0480C-A9F8-416B-B8ED-A424699C4164}" type="doc">
      <dgm:prSet loTypeId="urn:microsoft.com/office/officeart/2005/8/layout/cycle7" loCatId="cycle" qsTypeId="urn:microsoft.com/office/officeart/2005/8/quickstyle/simple2" qsCatId="simple" csTypeId="urn:microsoft.com/office/officeart/2005/8/colors/accent3_1" csCatId="accent3" phldr="1"/>
      <dgm:spPr/>
      <dgm:t>
        <a:bodyPr/>
        <a:lstStyle/>
        <a:p>
          <a:endParaRPr lang="en-IN"/>
        </a:p>
      </dgm:t>
    </dgm:pt>
    <dgm:pt modelId="{29E4A646-3F44-4542-B999-C6E6CCF39CC3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Creation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CD2E4EF-16C7-4C66-A628-1F87AE78610B}" type="parTrans" cxnId="{7CF2AA3F-A50B-4FBC-804F-39B4C0E64A6D}">
      <dgm:prSet/>
      <dgm:spPr/>
      <dgm:t>
        <a:bodyPr/>
        <a:lstStyle/>
        <a:p>
          <a:endParaRPr lang="en-IN"/>
        </a:p>
      </dgm:t>
    </dgm:pt>
    <dgm:pt modelId="{4B4E3802-072C-4B70-800C-9F592A796005}" type="sibTrans" cxnId="{7CF2AA3F-A50B-4FBC-804F-39B4C0E64A6D}">
      <dgm:prSet/>
      <dgm:spPr/>
      <dgm:t>
        <a:bodyPr/>
        <a:lstStyle/>
        <a:p>
          <a:endParaRPr lang="en-IN"/>
        </a:p>
      </dgm:t>
    </dgm:pt>
    <dgm:pt modelId="{DC5FF800-47D4-489C-9ADC-A0F230F10BE5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Input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989DD96-EEDA-412B-9DAD-E9DAFE972189}" type="parTrans" cxnId="{7242C676-7000-42A3-8F23-CA814BC020C4}">
      <dgm:prSet/>
      <dgm:spPr/>
      <dgm:t>
        <a:bodyPr/>
        <a:lstStyle/>
        <a:p>
          <a:endParaRPr lang="en-IN"/>
        </a:p>
      </dgm:t>
    </dgm:pt>
    <dgm:pt modelId="{68D53D98-CE54-4EA7-B448-C18BC446CAD2}" type="sibTrans" cxnId="{7242C676-7000-42A3-8F23-CA814BC020C4}">
      <dgm:prSet/>
      <dgm:spPr/>
      <dgm:t>
        <a:bodyPr/>
        <a:lstStyle/>
        <a:p>
          <a:endParaRPr lang="en-IN"/>
        </a:p>
      </dgm:t>
    </dgm:pt>
    <dgm:pt modelId="{D219B747-206D-48DC-8183-B3F7C8B42787}">
      <dgm:prSet phldrT="[Text]"/>
      <dgm:spPr/>
      <dgm:t>
        <a:bodyPr/>
        <a:lstStyle/>
        <a:p>
          <a:r>
            <a:rPr lang="en-US" dirty="0">
              <a:latin typeface="Times New Roman" panose="02020603050405020304" pitchFamily="18" charset="0"/>
              <a:cs typeface="Times New Roman" panose="02020603050405020304" pitchFamily="18" charset="0"/>
            </a:rPr>
            <a:t>Data Structure</a:t>
          </a:r>
          <a:endParaRPr lang="en-IN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42E0BD4-3426-48E7-959C-32E41FBDF77E}" type="parTrans" cxnId="{22A7BBB5-DCA1-4569-B7AB-AA94EBADE38C}">
      <dgm:prSet/>
      <dgm:spPr/>
      <dgm:t>
        <a:bodyPr/>
        <a:lstStyle/>
        <a:p>
          <a:endParaRPr lang="en-IN"/>
        </a:p>
      </dgm:t>
    </dgm:pt>
    <dgm:pt modelId="{DECD5148-5204-432F-BCC8-F5F36B9FF513}" type="sibTrans" cxnId="{22A7BBB5-DCA1-4569-B7AB-AA94EBADE38C}">
      <dgm:prSet/>
      <dgm:spPr/>
      <dgm:t>
        <a:bodyPr/>
        <a:lstStyle/>
        <a:p>
          <a:endParaRPr lang="en-IN"/>
        </a:p>
      </dgm:t>
    </dgm:pt>
    <dgm:pt modelId="{868F2525-ED7F-4B05-B24A-A1844CFEC842}" type="pres">
      <dgm:prSet presAssocID="{D0F0480C-A9F8-416B-B8ED-A424699C4164}" presName="Name0" presStyleCnt="0">
        <dgm:presLayoutVars>
          <dgm:dir/>
          <dgm:resizeHandles val="exact"/>
        </dgm:presLayoutVars>
      </dgm:prSet>
      <dgm:spPr/>
    </dgm:pt>
    <dgm:pt modelId="{20B379FD-0C96-4C53-98F7-CD6498A96469}" type="pres">
      <dgm:prSet presAssocID="{29E4A646-3F44-4542-B999-C6E6CCF39CC3}" presName="node" presStyleLbl="node1" presStyleIdx="0" presStyleCnt="3" custRadScaleRad="174920" custRadScaleInc="-126964">
        <dgm:presLayoutVars>
          <dgm:bulletEnabled val="1"/>
        </dgm:presLayoutVars>
      </dgm:prSet>
      <dgm:spPr/>
    </dgm:pt>
    <dgm:pt modelId="{F31C2EAE-5F72-44C2-AC2B-D2CE850CD1B9}" type="pres">
      <dgm:prSet presAssocID="{4B4E3802-072C-4B70-800C-9F592A796005}" presName="sibTrans" presStyleLbl="sibTrans2D1" presStyleIdx="0" presStyleCnt="3" custAng="18429676" custLinFactY="-100000" custLinFactNeighborX="5688" custLinFactNeighborY="-153799"/>
      <dgm:spPr>
        <a:prstGeom prst="rightArrow">
          <a:avLst/>
        </a:prstGeom>
      </dgm:spPr>
    </dgm:pt>
    <dgm:pt modelId="{FA71B791-B2C9-471B-A93E-5A2AD98B8982}" type="pres">
      <dgm:prSet presAssocID="{4B4E3802-072C-4B70-800C-9F592A796005}" presName="connectorText" presStyleLbl="sibTrans2D1" presStyleIdx="0" presStyleCnt="3"/>
      <dgm:spPr/>
    </dgm:pt>
    <dgm:pt modelId="{ED27EF35-E960-4C3E-834F-BBF1A7069720}" type="pres">
      <dgm:prSet presAssocID="{DC5FF800-47D4-489C-9ADC-A0F230F10BE5}" presName="node" presStyleLbl="node1" presStyleIdx="1" presStyleCnt="3" custRadScaleRad="25866" custRadScaleInc="93812">
        <dgm:presLayoutVars>
          <dgm:bulletEnabled val="1"/>
        </dgm:presLayoutVars>
      </dgm:prSet>
      <dgm:spPr/>
    </dgm:pt>
    <dgm:pt modelId="{9B9F453A-0718-4F00-BBD4-EB3F046CA0FF}" type="pres">
      <dgm:prSet presAssocID="{68D53D98-CE54-4EA7-B448-C18BC446CAD2}" presName="sibTrans" presStyleLbl="sibTrans2D1" presStyleIdx="1" presStyleCnt="3" custLinFactNeighborX="2662" custLinFactNeighborY="6586"/>
      <dgm:spPr/>
    </dgm:pt>
    <dgm:pt modelId="{FFCAF07F-9DBE-41B5-ABF6-1957BB3B2396}" type="pres">
      <dgm:prSet presAssocID="{68D53D98-CE54-4EA7-B448-C18BC446CAD2}" presName="connectorText" presStyleLbl="sibTrans2D1" presStyleIdx="1" presStyleCnt="3"/>
      <dgm:spPr/>
    </dgm:pt>
    <dgm:pt modelId="{ADD4219B-94D8-4C45-80E0-882263E94C94}" type="pres">
      <dgm:prSet presAssocID="{D219B747-206D-48DC-8183-B3F7C8B42787}" presName="node" presStyleLbl="node1" presStyleIdx="2" presStyleCnt="3" custRadScaleRad="85774" custRadScaleInc="202188">
        <dgm:presLayoutVars>
          <dgm:bulletEnabled val="1"/>
        </dgm:presLayoutVars>
      </dgm:prSet>
      <dgm:spPr/>
    </dgm:pt>
    <dgm:pt modelId="{8EBA8C49-1FFF-432F-949C-0A72E0CB3266}" type="pres">
      <dgm:prSet presAssocID="{DECD5148-5204-432F-BCC8-F5F36B9FF513}" presName="sibTrans" presStyleLbl="sibTrans2D1" presStyleIdx="2" presStyleCnt="3" custAng="2234689" custLinFactY="100000" custLinFactNeighborX="9089" custLinFactNeighborY="176163"/>
      <dgm:spPr>
        <a:prstGeom prst="leftArrow">
          <a:avLst/>
        </a:prstGeom>
      </dgm:spPr>
    </dgm:pt>
    <dgm:pt modelId="{A6160905-B196-42DE-8C29-29AC42DD6023}" type="pres">
      <dgm:prSet presAssocID="{DECD5148-5204-432F-BCC8-F5F36B9FF513}" presName="connectorText" presStyleLbl="sibTrans2D1" presStyleIdx="2" presStyleCnt="3"/>
      <dgm:spPr/>
    </dgm:pt>
  </dgm:ptLst>
  <dgm:cxnLst>
    <dgm:cxn modelId="{7E622814-898F-49CB-8D3B-00AAB660CCAE}" type="presOf" srcId="{68D53D98-CE54-4EA7-B448-C18BC446CAD2}" destId="{9B9F453A-0718-4F00-BBD4-EB3F046CA0FF}" srcOrd="0" destOrd="0" presId="urn:microsoft.com/office/officeart/2005/8/layout/cycle7"/>
    <dgm:cxn modelId="{3B388718-7B9B-4F9C-BFFE-A130F58AA737}" type="presOf" srcId="{4B4E3802-072C-4B70-800C-9F592A796005}" destId="{F31C2EAE-5F72-44C2-AC2B-D2CE850CD1B9}" srcOrd="0" destOrd="0" presId="urn:microsoft.com/office/officeart/2005/8/layout/cycle7"/>
    <dgm:cxn modelId="{D0462738-CDD4-4AE5-9B55-4B667194013D}" type="presOf" srcId="{D0F0480C-A9F8-416B-B8ED-A424699C4164}" destId="{868F2525-ED7F-4B05-B24A-A1844CFEC842}" srcOrd="0" destOrd="0" presId="urn:microsoft.com/office/officeart/2005/8/layout/cycle7"/>
    <dgm:cxn modelId="{7CF2AA3F-A50B-4FBC-804F-39B4C0E64A6D}" srcId="{D0F0480C-A9F8-416B-B8ED-A424699C4164}" destId="{29E4A646-3F44-4542-B999-C6E6CCF39CC3}" srcOrd="0" destOrd="0" parTransId="{FCD2E4EF-16C7-4C66-A628-1F87AE78610B}" sibTransId="{4B4E3802-072C-4B70-800C-9F592A796005}"/>
    <dgm:cxn modelId="{0D880A49-8A17-4499-9773-18E8FA3A8B04}" type="presOf" srcId="{D219B747-206D-48DC-8183-B3F7C8B42787}" destId="{ADD4219B-94D8-4C45-80E0-882263E94C94}" srcOrd="0" destOrd="0" presId="urn:microsoft.com/office/officeart/2005/8/layout/cycle7"/>
    <dgm:cxn modelId="{2C38035F-2338-42E9-80C7-D7A72F6EF194}" type="presOf" srcId="{68D53D98-CE54-4EA7-B448-C18BC446CAD2}" destId="{FFCAF07F-9DBE-41B5-ABF6-1957BB3B2396}" srcOrd="1" destOrd="0" presId="urn:microsoft.com/office/officeart/2005/8/layout/cycle7"/>
    <dgm:cxn modelId="{7242C676-7000-42A3-8F23-CA814BC020C4}" srcId="{D0F0480C-A9F8-416B-B8ED-A424699C4164}" destId="{DC5FF800-47D4-489C-9ADC-A0F230F10BE5}" srcOrd="1" destOrd="0" parTransId="{2989DD96-EEDA-412B-9DAD-E9DAFE972189}" sibTransId="{68D53D98-CE54-4EA7-B448-C18BC446CAD2}"/>
    <dgm:cxn modelId="{22A7BBB5-DCA1-4569-B7AB-AA94EBADE38C}" srcId="{D0F0480C-A9F8-416B-B8ED-A424699C4164}" destId="{D219B747-206D-48DC-8183-B3F7C8B42787}" srcOrd="2" destOrd="0" parTransId="{142E0BD4-3426-48E7-959C-32E41FBDF77E}" sibTransId="{DECD5148-5204-432F-BCC8-F5F36B9FF513}"/>
    <dgm:cxn modelId="{3B93CAC5-2E02-49AA-96B6-DFBF0998D08E}" type="presOf" srcId="{DC5FF800-47D4-489C-9ADC-A0F230F10BE5}" destId="{ED27EF35-E960-4C3E-834F-BBF1A7069720}" srcOrd="0" destOrd="0" presId="urn:microsoft.com/office/officeart/2005/8/layout/cycle7"/>
    <dgm:cxn modelId="{B3697DC7-9E94-46C9-A660-57AA10C92E6B}" type="presOf" srcId="{DECD5148-5204-432F-BCC8-F5F36B9FF513}" destId="{A6160905-B196-42DE-8C29-29AC42DD6023}" srcOrd="1" destOrd="0" presId="urn:microsoft.com/office/officeart/2005/8/layout/cycle7"/>
    <dgm:cxn modelId="{ACF743E4-AE96-4B7F-9A9F-E33A9709CD71}" type="presOf" srcId="{29E4A646-3F44-4542-B999-C6E6CCF39CC3}" destId="{20B379FD-0C96-4C53-98F7-CD6498A96469}" srcOrd="0" destOrd="0" presId="urn:microsoft.com/office/officeart/2005/8/layout/cycle7"/>
    <dgm:cxn modelId="{D703C1E7-929B-430E-9E33-47812D25254F}" type="presOf" srcId="{4B4E3802-072C-4B70-800C-9F592A796005}" destId="{FA71B791-B2C9-471B-A93E-5A2AD98B8982}" srcOrd="1" destOrd="0" presId="urn:microsoft.com/office/officeart/2005/8/layout/cycle7"/>
    <dgm:cxn modelId="{604364EE-0C3F-479E-B6ED-5FB517D5E3F4}" type="presOf" srcId="{DECD5148-5204-432F-BCC8-F5F36B9FF513}" destId="{8EBA8C49-1FFF-432F-949C-0A72E0CB3266}" srcOrd="0" destOrd="0" presId="urn:microsoft.com/office/officeart/2005/8/layout/cycle7"/>
    <dgm:cxn modelId="{EDA6A3D6-FF20-41EC-AC47-E7C77AEB1ED2}" type="presParOf" srcId="{868F2525-ED7F-4B05-B24A-A1844CFEC842}" destId="{20B379FD-0C96-4C53-98F7-CD6498A96469}" srcOrd="0" destOrd="0" presId="urn:microsoft.com/office/officeart/2005/8/layout/cycle7"/>
    <dgm:cxn modelId="{51DC5892-8EC5-493A-A7C6-6121379447A8}" type="presParOf" srcId="{868F2525-ED7F-4B05-B24A-A1844CFEC842}" destId="{F31C2EAE-5F72-44C2-AC2B-D2CE850CD1B9}" srcOrd="1" destOrd="0" presId="urn:microsoft.com/office/officeart/2005/8/layout/cycle7"/>
    <dgm:cxn modelId="{0B4163FC-9E97-4A1E-8FB6-8E7981A5B744}" type="presParOf" srcId="{F31C2EAE-5F72-44C2-AC2B-D2CE850CD1B9}" destId="{FA71B791-B2C9-471B-A93E-5A2AD98B8982}" srcOrd="0" destOrd="0" presId="urn:microsoft.com/office/officeart/2005/8/layout/cycle7"/>
    <dgm:cxn modelId="{2D8893D4-7EAF-470F-BAEC-3B4ECD110B1F}" type="presParOf" srcId="{868F2525-ED7F-4B05-B24A-A1844CFEC842}" destId="{ED27EF35-E960-4C3E-834F-BBF1A7069720}" srcOrd="2" destOrd="0" presId="urn:microsoft.com/office/officeart/2005/8/layout/cycle7"/>
    <dgm:cxn modelId="{DA31064F-6DE4-4BAC-BEA7-E98177D71A2B}" type="presParOf" srcId="{868F2525-ED7F-4B05-B24A-A1844CFEC842}" destId="{9B9F453A-0718-4F00-BBD4-EB3F046CA0FF}" srcOrd="3" destOrd="0" presId="urn:microsoft.com/office/officeart/2005/8/layout/cycle7"/>
    <dgm:cxn modelId="{F6EE2C0F-DF73-4CFD-ABA3-F09A2B7F299C}" type="presParOf" srcId="{9B9F453A-0718-4F00-BBD4-EB3F046CA0FF}" destId="{FFCAF07F-9DBE-41B5-ABF6-1957BB3B2396}" srcOrd="0" destOrd="0" presId="urn:microsoft.com/office/officeart/2005/8/layout/cycle7"/>
    <dgm:cxn modelId="{A42E2295-F74D-4CE3-A3E4-751DF460AF65}" type="presParOf" srcId="{868F2525-ED7F-4B05-B24A-A1844CFEC842}" destId="{ADD4219B-94D8-4C45-80E0-882263E94C94}" srcOrd="4" destOrd="0" presId="urn:microsoft.com/office/officeart/2005/8/layout/cycle7"/>
    <dgm:cxn modelId="{6EAE90BE-8E32-4E34-B4E1-539A072F9801}" type="presParOf" srcId="{868F2525-ED7F-4B05-B24A-A1844CFEC842}" destId="{8EBA8C49-1FFF-432F-949C-0A72E0CB3266}" srcOrd="5" destOrd="0" presId="urn:microsoft.com/office/officeart/2005/8/layout/cycle7"/>
    <dgm:cxn modelId="{0C315C85-E9DC-4A4F-8048-86A6FFB6B99F}" type="presParOf" srcId="{8EBA8C49-1FFF-432F-949C-0A72E0CB3266}" destId="{A6160905-B196-42DE-8C29-29AC42DD6023}" srcOrd="0" destOrd="0" presId="urn:microsoft.com/office/officeart/2005/8/layout/cycle7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276EE15-44FD-486D-A6F6-8A5884692489}" type="doc">
      <dgm:prSet loTypeId="urn:microsoft.com/office/officeart/2005/8/layout/radial6" loCatId="cycle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177CE850-2347-4C4C-88F0-82B10A929FA7}">
      <dgm:prSet phldrT="[Text]" custT="1"/>
      <dgm:spPr/>
      <dgm:t>
        <a:bodyPr/>
        <a:lstStyle/>
        <a:p>
          <a:r>
            <a:rPr lang="en-US" sz="2000" b="1" dirty="0">
              <a:latin typeface="Times New Roman" panose="02020603050405020304" pitchFamily="18" charset="0"/>
              <a:cs typeface="Times New Roman" panose="02020603050405020304" pitchFamily="18" charset="0"/>
            </a:rPr>
            <a:t>R Objects</a:t>
          </a:r>
          <a:endParaRPr lang="en-IN" sz="20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E785C19-062F-42BD-AFD3-55C29CD762E4}" type="parTrans" cxnId="{AD305C95-73A4-4332-905D-8A5EEB22DD88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F72E2BB-18B7-4F2A-8041-E87A9BC1824C}" type="sibTrans" cxnId="{AD305C95-73A4-4332-905D-8A5EEB22DD88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54B3214-7BDE-49E8-AF67-2FCE53D06636}">
      <dgm:prSet phldrT="[Text]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Constants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035900D-63AE-419F-8C3D-58297029C5D1}" type="parTrans" cxnId="{E9798AEF-261D-4D1E-965E-E2F8B7F43C3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E0B2E8A-12CC-40C6-A281-C5747D717C6D}" type="sibTrans" cxnId="{E9798AEF-261D-4D1E-965E-E2F8B7F43C3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E221F623-7C5E-44AB-9D49-4EAF79F575EF}">
      <dgm:prSet phldrT="[Text]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Special Symbols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319E347-2EC5-4D0E-AFDC-7FE672D5D448}" type="parTrans" cxnId="{AB0875EF-DDAB-413C-B47E-9EEFA82B8A32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C044664-D726-47DA-A165-CC78E83E63D1}" type="sibTrans" cxnId="{AB0875EF-DDAB-413C-B47E-9EEFA82B8A32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9208E1E-5E0E-4EFB-B6B5-BFCB0873D3B4}">
      <dgm:prSet phldrT="[Text]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Data Structures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D3F1658-B481-4B13-9DEB-CB1A5442DD74}" type="parTrans" cxnId="{917DE81C-E004-478D-A1B0-5C7CE56A232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9FFE1782-2D70-45DE-8624-40A3D4BE4903}" type="sibTrans" cxnId="{917DE81C-E004-478D-A1B0-5C7CE56A2324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57B0C2A-F422-49CD-85B2-CC98300020D1}">
      <dgm:prSet phldrT="[Text]" custT="1"/>
      <dgm:spPr/>
      <dgm:t>
        <a:bodyPr/>
        <a:lstStyle/>
        <a:p>
          <a:pPr algn="ctr"/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Predefined things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220D707-9F2E-4FC7-ACDB-92C253B30F93}" type="parTrans" cxnId="{206DE521-295B-4927-94B8-DFA3143E9F77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3F22496-EADB-4824-B13A-D89235CEDE65}" type="sibTrans" cxnId="{206DE521-295B-4927-94B8-DFA3143E9F77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BCC15DD-C031-4D09-B1C5-2365B63FA54A}">
      <dgm:prSet phldrT="[Text]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Functions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80267EA-C2D9-4C88-A565-E58F808C145F}" type="parTrans" cxnId="{7EEE2109-1888-4345-A855-A8169C126052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29BDA62-8F40-4BB0-BAEB-AB233FFE4CC6}" type="sibTrans" cxnId="{7EEE2109-1888-4345-A855-A8169C126052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F3DACC0-80E7-49DC-A72D-F81E4F667F18}">
      <dgm:prSet phldrT="[Text]" custT="1"/>
      <dgm:spPr/>
      <dgm:t>
        <a:bodyPr/>
        <a:lstStyle/>
        <a:p>
          <a:r>
            <a:rPr lang="en-US" sz="1400" b="1" dirty="0">
              <a:latin typeface="Times New Roman" panose="02020603050405020304" pitchFamily="18" charset="0"/>
              <a:cs typeface="Times New Roman" panose="02020603050405020304" pitchFamily="18" charset="0"/>
            </a:rPr>
            <a:t>Graphs</a:t>
          </a:r>
          <a:endParaRPr lang="en-IN" sz="1400" b="1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496CF5FF-F12E-440A-BFD8-789C47CE6810}" type="parTrans" cxnId="{4D126096-D8B0-4044-938B-87E43F5D5980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7861132-2B01-493B-A147-43F75FCDB677}" type="sibTrans" cxnId="{4D126096-D8B0-4044-938B-87E43F5D5980}">
      <dgm:prSet/>
      <dgm:spPr/>
      <dgm:t>
        <a:bodyPr/>
        <a:lstStyle/>
        <a:p>
          <a:endParaRPr lang="en-IN" sz="140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BEBEA472-0DAD-47A8-A6C2-D11C87CD9DCC}" type="pres">
      <dgm:prSet presAssocID="{1276EE15-44FD-486D-A6F6-8A5884692489}" presName="Name0" presStyleCnt="0">
        <dgm:presLayoutVars>
          <dgm:chMax val="1"/>
          <dgm:dir/>
          <dgm:animLvl val="ctr"/>
          <dgm:resizeHandles val="exact"/>
        </dgm:presLayoutVars>
      </dgm:prSet>
      <dgm:spPr/>
    </dgm:pt>
    <dgm:pt modelId="{5FDB3054-CF9D-4F3A-B4E4-7A351920FAC3}" type="pres">
      <dgm:prSet presAssocID="{177CE850-2347-4C4C-88F0-82B10A929FA7}" presName="centerShape" presStyleLbl="node0" presStyleIdx="0" presStyleCnt="1"/>
      <dgm:spPr/>
    </dgm:pt>
    <dgm:pt modelId="{90211B91-1603-4E39-8A9E-144675521A16}" type="pres">
      <dgm:prSet presAssocID="{854B3214-7BDE-49E8-AF67-2FCE53D06636}" presName="node" presStyleLbl="node1" presStyleIdx="0" presStyleCnt="6">
        <dgm:presLayoutVars>
          <dgm:bulletEnabled val="1"/>
        </dgm:presLayoutVars>
      </dgm:prSet>
      <dgm:spPr/>
    </dgm:pt>
    <dgm:pt modelId="{88D7D8CC-A223-483E-BFBF-B3D37FDEE68E}" type="pres">
      <dgm:prSet presAssocID="{854B3214-7BDE-49E8-AF67-2FCE53D06636}" presName="dummy" presStyleCnt="0"/>
      <dgm:spPr/>
    </dgm:pt>
    <dgm:pt modelId="{1333F9FD-E9E6-4EDA-B562-CA95F5092C46}" type="pres">
      <dgm:prSet presAssocID="{AE0B2E8A-12CC-40C6-A281-C5747D717C6D}" presName="sibTrans" presStyleLbl="sibTrans2D1" presStyleIdx="0" presStyleCnt="6"/>
      <dgm:spPr/>
    </dgm:pt>
    <dgm:pt modelId="{FAB3AB24-6211-48F6-90D5-78FBDF836D77}" type="pres">
      <dgm:prSet presAssocID="{E221F623-7C5E-44AB-9D49-4EAF79F575EF}" presName="node" presStyleLbl="node1" presStyleIdx="1" presStyleCnt="6">
        <dgm:presLayoutVars>
          <dgm:bulletEnabled val="1"/>
        </dgm:presLayoutVars>
      </dgm:prSet>
      <dgm:spPr/>
    </dgm:pt>
    <dgm:pt modelId="{F0A851E3-1E15-4F0E-9924-2600067E1945}" type="pres">
      <dgm:prSet presAssocID="{E221F623-7C5E-44AB-9D49-4EAF79F575EF}" presName="dummy" presStyleCnt="0"/>
      <dgm:spPr/>
    </dgm:pt>
    <dgm:pt modelId="{E9411E72-64C2-45EC-AAD4-9F219775AAA3}" type="pres">
      <dgm:prSet presAssocID="{4C044664-D726-47DA-A165-CC78E83E63D1}" presName="sibTrans" presStyleLbl="sibTrans2D1" presStyleIdx="1" presStyleCnt="6"/>
      <dgm:spPr/>
    </dgm:pt>
    <dgm:pt modelId="{3BA939BA-A379-4E56-8CF6-CC9603AF4D18}" type="pres">
      <dgm:prSet presAssocID="{F9208E1E-5E0E-4EFB-B6B5-BFCB0873D3B4}" presName="node" presStyleLbl="node1" presStyleIdx="2" presStyleCnt="6">
        <dgm:presLayoutVars>
          <dgm:bulletEnabled val="1"/>
        </dgm:presLayoutVars>
      </dgm:prSet>
      <dgm:spPr/>
    </dgm:pt>
    <dgm:pt modelId="{D1D7296E-44CA-482D-A15C-4CB6E30CC2EC}" type="pres">
      <dgm:prSet presAssocID="{F9208E1E-5E0E-4EFB-B6B5-BFCB0873D3B4}" presName="dummy" presStyleCnt="0"/>
      <dgm:spPr/>
    </dgm:pt>
    <dgm:pt modelId="{9DD0FFDD-49C3-428C-8CCD-E76370561A1E}" type="pres">
      <dgm:prSet presAssocID="{9FFE1782-2D70-45DE-8624-40A3D4BE4903}" presName="sibTrans" presStyleLbl="sibTrans2D1" presStyleIdx="2" presStyleCnt="6"/>
      <dgm:spPr/>
    </dgm:pt>
    <dgm:pt modelId="{7452A5DF-3E09-4170-9838-E9282DDA7F37}" type="pres">
      <dgm:prSet presAssocID="{257B0C2A-F422-49CD-85B2-CC98300020D1}" presName="node" presStyleLbl="node1" presStyleIdx="3" presStyleCnt="6">
        <dgm:presLayoutVars>
          <dgm:bulletEnabled val="1"/>
        </dgm:presLayoutVars>
      </dgm:prSet>
      <dgm:spPr/>
    </dgm:pt>
    <dgm:pt modelId="{D187953B-B88F-4164-831D-BCB16C6D7335}" type="pres">
      <dgm:prSet presAssocID="{257B0C2A-F422-49CD-85B2-CC98300020D1}" presName="dummy" presStyleCnt="0"/>
      <dgm:spPr/>
    </dgm:pt>
    <dgm:pt modelId="{DAE59FA0-6842-4601-BDBC-9A75F20A5605}" type="pres">
      <dgm:prSet presAssocID="{53F22496-EADB-4824-B13A-D89235CEDE65}" presName="sibTrans" presStyleLbl="sibTrans2D1" presStyleIdx="3" presStyleCnt="6"/>
      <dgm:spPr/>
    </dgm:pt>
    <dgm:pt modelId="{C557D5BF-E4CB-4C87-8B2D-4EDD854D080E}" type="pres">
      <dgm:prSet presAssocID="{8BCC15DD-C031-4D09-B1C5-2365B63FA54A}" presName="node" presStyleLbl="node1" presStyleIdx="4" presStyleCnt="6">
        <dgm:presLayoutVars>
          <dgm:bulletEnabled val="1"/>
        </dgm:presLayoutVars>
      </dgm:prSet>
      <dgm:spPr/>
    </dgm:pt>
    <dgm:pt modelId="{5D7B3AF8-067B-4D23-B715-D1ECD76364FD}" type="pres">
      <dgm:prSet presAssocID="{8BCC15DD-C031-4D09-B1C5-2365B63FA54A}" presName="dummy" presStyleCnt="0"/>
      <dgm:spPr/>
    </dgm:pt>
    <dgm:pt modelId="{6F120091-B027-4D9F-A6EA-C87F2F054CE8}" type="pres">
      <dgm:prSet presAssocID="{829BDA62-8F40-4BB0-BAEB-AB233FFE4CC6}" presName="sibTrans" presStyleLbl="sibTrans2D1" presStyleIdx="4" presStyleCnt="6"/>
      <dgm:spPr/>
    </dgm:pt>
    <dgm:pt modelId="{8D894B9B-9C7D-4865-ADDD-531DB0689F20}" type="pres">
      <dgm:prSet presAssocID="{CF3DACC0-80E7-49DC-A72D-F81E4F667F18}" presName="node" presStyleLbl="node1" presStyleIdx="5" presStyleCnt="6">
        <dgm:presLayoutVars>
          <dgm:bulletEnabled val="1"/>
        </dgm:presLayoutVars>
      </dgm:prSet>
      <dgm:spPr/>
    </dgm:pt>
    <dgm:pt modelId="{969E19D4-B4B5-4DB3-BC51-01C71C3B3E9F}" type="pres">
      <dgm:prSet presAssocID="{CF3DACC0-80E7-49DC-A72D-F81E4F667F18}" presName="dummy" presStyleCnt="0"/>
      <dgm:spPr/>
    </dgm:pt>
    <dgm:pt modelId="{68901F1A-E3DC-48B7-8E72-8DFB72631257}" type="pres">
      <dgm:prSet presAssocID="{17861132-2B01-493B-A147-43F75FCDB677}" presName="sibTrans" presStyleLbl="sibTrans2D1" presStyleIdx="5" presStyleCnt="6"/>
      <dgm:spPr/>
    </dgm:pt>
  </dgm:ptLst>
  <dgm:cxnLst>
    <dgm:cxn modelId="{7EEE2109-1888-4345-A855-A8169C126052}" srcId="{177CE850-2347-4C4C-88F0-82B10A929FA7}" destId="{8BCC15DD-C031-4D09-B1C5-2365B63FA54A}" srcOrd="4" destOrd="0" parTransId="{F80267EA-C2D9-4C88-A565-E58F808C145F}" sibTransId="{829BDA62-8F40-4BB0-BAEB-AB233FFE4CC6}"/>
    <dgm:cxn modelId="{E159281A-21EA-4C0D-BF0E-14B2824E5411}" type="presOf" srcId="{AE0B2E8A-12CC-40C6-A281-C5747D717C6D}" destId="{1333F9FD-E9E6-4EDA-B562-CA95F5092C46}" srcOrd="0" destOrd="0" presId="urn:microsoft.com/office/officeart/2005/8/layout/radial6"/>
    <dgm:cxn modelId="{917DE81C-E004-478D-A1B0-5C7CE56A2324}" srcId="{177CE850-2347-4C4C-88F0-82B10A929FA7}" destId="{F9208E1E-5E0E-4EFB-B6B5-BFCB0873D3B4}" srcOrd="2" destOrd="0" parTransId="{4D3F1658-B481-4B13-9DEB-CB1A5442DD74}" sibTransId="{9FFE1782-2D70-45DE-8624-40A3D4BE4903}"/>
    <dgm:cxn modelId="{D001811E-BBD9-47B3-8182-7778F2109AC9}" type="presOf" srcId="{177CE850-2347-4C4C-88F0-82B10A929FA7}" destId="{5FDB3054-CF9D-4F3A-B4E4-7A351920FAC3}" srcOrd="0" destOrd="0" presId="urn:microsoft.com/office/officeart/2005/8/layout/radial6"/>
    <dgm:cxn modelId="{206DE521-295B-4927-94B8-DFA3143E9F77}" srcId="{177CE850-2347-4C4C-88F0-82B10A929FA7}" destId="{257B0C2A-F422-49CD-85B2-CC98300020D1}" srcOrd="3" destOrd="0" parTransId="{D220D707-9F2E-4FC7-ACDB-92C253B30F93}" sibTransId="{53F22496-EADB-4824-B13A-D89235CEDE65}"/>
    <dgm:cxn modelId="{36BF8728-E0F9-4EF8-97A0-33014BEF4389}" type="presOf" srcId="{854B3214-7BDE-49E8-AF67-2FCE53D06636}" destId="{90211B91-1603-4E39-8A9E-144675521A16}" srcOrd="0" destOrd="0" presId="urn:microsoft.com/office/officeart/2005/8/layout/radial6"/>
    <dgm:cxn modelId="{1BA67C2C-5AE5-406D-9A1A-E7C0781DB70B}" type="presOf" srcId="{829BDA62-8F40-4BB0-BAEB-AB233FFE4CC6}" destId="{6F120091-B027-4D9F-A6EA-C87F2F054CE8}" srcOrd="0" destOrd="0" presId="urn:microsoft.com/office/officeart/2005/8/layout/radial6"/>
    <dgm:cxn modelId="{C923C13D-712E-4534-827B-FC1535014239}" type="presOf" srcId="{4C044664-D726-47DA-A165-CC78E83E63D1}" destId="{E9411E72-64C2-45EC-AAD4-9F219775AAA3}" srcOrd="0" destOrd="0" presId="urn:microsoft.com/office/officeart/2005/8/layout/radial6"/>
    <dgm:cxn modelId="{E5E34B3E-61A4-43A7-A2FA-120C67511219}" type="presOf" srcId="{17861132-2B01-493B-A147-43F75FCDB677}" destId="{68901F1A-E3DC-48B7-8E72-8DFB72631257}" srcOrd="0" destOrd="0" presId="urn:microsoft.com/office/officeart/2005/8/layout/radial6"/>
    <dgm:cxn modelId="{F39A3B67-EFB4-4A88-9982-7687D9F60EF5}" type="presOf" srcId="{CF3DACC0-80E7-49DC-A72D-F81E4F667F18}" destId="{8D894B9B-9C7D-4865-ADDD-531DB0689F20}" srcOrd="0" destOrd="0" presId="urn:microsoft.com/office/officeart/2005/8/layout/radial6"/>
    <dgm:cxn modelId="{E97C1A6D-FA63-4FC9-BF8A-3CED60F1B049}" type="presOf" srcId="{F9208E1E-5E0E-4EFB-B6B5-BFCB0873D3B4}" destId="{3BA939BA-A379-4E56-8CF6-CC9603AF4D18}" srcOrd="0" destOrd="0" presId="urn:microsoft.com/office/officeart/2005/8/layout/radial6"/>
    <dgm:cxn modelId="{481BB37F-9B1F-44C7-80FF-5BD6720B1D75}" type="presOf" srcId="{E221F623-7C5E-44AB-9D49-4EAF79F575EF}" destId="{FAB3AB24-6211-48F6-90D5-78FBDF836D77}" srcOrd="0" destOrd="0" presId="urn:microsoft.com/office/officeart/2005/8/layout/radial6"/>
    <dgm:cxn modelId="{D1800783-F003-41F7-A296-1632965ECA36}" type="presOf" srcId="{53F22496-EADB-4824-B13A-D89235CEDE65}" destId="{DAE59FA0-6842-4601-BDBC-9A75F20A5605}" srcOrd="0" destOrd="0" presId="urn:microsoft.com/office/officeart/2005/8/layout/radial6"/>
    <dgm:cxn modelId="{AD305C95-73A4-4332-905D-8A5EEB22DD88}" srcId="{1276EE15-44FD-486D-A6F6-8A5884692489}" destId="{177CE850-2347-4C4C-88F0-82B10A929FA7}" srcOrd="0" destOrd="0" parTransId="{2E785C19-062F-42BD-AFD3-55C29CD762E4}" sibTransId="{AF72E2BB-18B7-4F2A-8041-E87A9BC1824C}"/>
    <dgm:cxn modelId="{4D126096-D8B0-4044-938B-87E43F5D5980}" srcId="{177CE850-2347-4C4C-88F0-82B10A929FA7}" destId="{CF3DACC0-80E7-49DC-A72D-F81E4F667F18}" srcOrd="5" destOrd="0" parTransId="{496CF5FF-F12E-440A-BFD8-789C47CE6810}" sibTransId="{17861132-2B01-493B-A147-43F75FCDB677}"/>
    <dgm:cxn modelId="{7FD2409C-8EF7-42DA-B05D-0EF05160BF2D}" type="presOf" srcId="{9FFE1782-2D70-45DE-8624-40A3D4BE4903}" destId="{9DD0FFDD-49C3-428C-8CCD-E76370561A1E}" srcOrd="0" destOrd="0" presId="urn:microsoft.com/office/officeart/2005/8/layout/radial6"/>
    <dgm:cxn modelId="{4EA9F4AA-1A5C-4254-A83F-886545A36573}" type="presOf" srcId="{8BCC15DD-C031-4D09-B1C5-2365B63FA54A}" destId="{C557D5BF-E4CB-4C87-8B2D-4EDD854D080E}" srcOrd="0" destOrd="0" presId="urn:microsoft.com/office/officeart/2005/8/layout/radial6"/>
    <dgm:cxn modelId="{02A623E0-4F6B-4462-B1A7-2DB5C57EECE3}" type="presOf" srcId="{257B0C2A-F422-49CD-85B2-CC98300020D1}" destId="{7452A5DF-3E09-4170-9838-E9282DDA7F37}" srcOrd="0" destOrd="0" presId="urn:microsoft.com/office/officeart/2005/8/layout/radial6"/>
    <dgm:cxn modelId="{AB0875EF-DDAB-413C-B47E-9EEFA82B8A32}" srcId="{177CE850-2347-4C4C-88F0-82B10A929FA7}" destId="{E221F623-7C5E-44AB-9D49-4EAF79F575EF}" srcOrd="1" destOrd="0" parTransId="{7319E347-2EC5-4D0E-AFDC-7FE672D5D448}" sibTransId="{4C044664-D726-47DA-A165-CC78E83E63D1}"/>
    <dgm:cxn modelId="{E9798AEF-261D-4D1E-965E-E2F8B7F43C34}" srcId="{177CE850-2347-4C4C-88F0-82B10A929FA7}" destId="{854B3214-7BDE-49E8-AF67-2FCE53D06636}" srcOrd="0" destOrd="0" parTransId="{3035900D-63AE-419F-8C3D-58297029C5D1}" sibTransId="{AE0B2E8A-12CC-40C6-A281-C5747D717C6D}"/>
    <dgm:cxn modelId="{277416FC-C80F-4623-99B4-9C3B1890AD09}" type="presOf" srcId="{1276EE15-44FD-486D-A6F6-8A5884692489}" destId="{BEBEA472-0DAD-47A8-A6C2-D11C87CD9DCC}" srcOrd="0" destOrd="0" presId="urn:microsoft.com/office/officeart/2005/8/layout/radial6"/>
    <dgm:cxn modelId="{F043232B-283B-4FFF-838E-43D4C7F4DF9A}" type="presParOf" srcId="{BEBEA472-0DAD-47A8-A6C2-D11C87CD9DCC}" destId="{5FDB3054-CF9D-4F3A-B4E4-7A351920FAC3}" srcOrd="0" destOrd="0" presId="urn:microsoft.com/office/officeart/2005/8/layout/radial6"/>
    <dgm:cxn modelId="{0395DDD0-3FCF-47EF-A847-BB992A6F4269}" type="presParOf" srcId="{BEBEA472-0DAD-47A8-A6C2-D11C87CD9DCC}" destId="{90211B91-1603-4E39-8A9E-144675521A16}" srcOrd="1" destOrd="0" presId="urn:microsoft.com/office/officeart/2005/8/layout/radial6"/>
    <dgm:cxn modelId="{1EA072CA-8C06-4FEC-9715-9DD8C6D08DC2}" type="presParOf" srcId="{BEBEA472-0DAD-47A8-A6C2-D11C87CD9DCC}" destId="{88D7D8CC-A223-483E-BFBF-B3D37FDEE68E}" srcOrd="2" destOrd="0" presId="urn:microsoft.com/office/officeart/2005/8/layout/radial6"/>
    <dgm:cxn modelId="{7FCDB9D0-97F9-4914-B9A2-8AEF45A2F19E}" type="presParOf" srcId="{BEBEA472-0DAD-47A8-A6C2-D11C87CD9DCC}" destId="{1333F9FD-E9E6-4EDA-B562-CA95F5092C46}" srcOrd="3" destOrd="0" presId="urn:microsoft.com/office/officeart/2005/8/layout/radial6"/>
    <dgm:cxn modelId="{64FD6F10-F333-4E50-A28E-79769A4ACE37}" type="presParOf" srcId="{BEBEA472-0DAD-47A8-A6C2-D11C87CD9DCC}" destId="{FAB3AB24-6211-48F6-90D5-78FBDF836D77}" srcOrd="4" destOrd="0" presId="urn:microsoft.com/office/officeart/2005/8/layout/radial6"/>
    <dgm:cxn modelId="{B5E083B5-D756-4F17-96A1-8E10E153C267}" type="presParOf" srcId="{BEBEA472-0DAD-47A8-A6C2-D11C87CD9DCC}" destId="{F0A851E3-1E15-4F0E-9924-2600067E1945}" srcOrd="5" destOrd="0" presId="urn:microsoft.com/office/officeart/2005/8/layout/radial6"/>
    <dgm:cxn modelId="{A15DD53C-383D-44A4-9684-ABB1F4E75E28}" type="presParOf" srcId="{BEBEA472-0DAD-47A8-A6C2-D11C87CD9DCC}" destId="{E9411E72-64C2-45EC-AAD4-9F219775AAA3}" srcOrd="6" destOrd="0" presId="urn:microsoft.com/office/officeart/2005/8/layout/radial6"/>
    <dgm:cxn modelId="{D4DE8651-6703-4749-BE37-630911015FDC}" type="presParOf" srcId="{BEBEA472-0DAD-47A8-A6C2-D11C87CD9DCC}" destId="{3BA939BA-A379-4E56-8CF6-CC9603AF4D18}" srcOrd="7" destOrd="0" presId="urn:microsoft.com/office/officeart/2005/8/layout/radial6"/>
    <dgm:cxn modelId="{0F1AD894-B7DE-4056-B45D-11B4C7986C8B}" type="presParOf" srcId="{BEBEA472-0DAD-47A8-A6C2-D11C87CD9DCC}" destId="{D1D7296E-44CA-482D-A15C-4CB6E30CC2EC}" srcOrd="8" destOrd="0" presId="urn:microsoft.com/office/officeart/2005/8/layout/radial6"/>
    <dgm:cxn modelId="{42C86F50-A3FC-4103-B738-5C93D68D74C2}" type="presParOf" srcId="{BEBEA472-0DAD-47A8-A6C2-D11C87CD9DCC}" destId="{9DD0FFDD-49C3-428C-8CCD-E76370561A1E}" srcOrd="9" destOrd="0" presId="urn:microsoft.com/office/officeart/2005/8/layout/radial6"/>
    <dgm:cxn modelId="{B2DAB3D1-86F1-47B2-B8C8-08C427D9575C}" type="presParOf" srcId="{BEBEA472-0DAD-47A8-A6C2-D11C87CD9DCC}" destId="{7452A5DF-3E09-4170-9838-E9282DDA7F37}" srcOrd="10" destOrd="0" presId="urn:microsoft.com/office/officeart/2005/8/layout/radial6"/>
    <dgm:cxn modelId="{E3EBD4C6-D236-42F7-AC7C-C77C2B8E4685}" type="presParOf" srcId="{BEBEA472-0DAD-47A8-A6C2-D11C87CD9DCC}" destId="{D187953B-B88F-4164-831D-BCB16C6D7335}" srcOrd="11" destOrd="0" presId="urn:microsoft.com/office/officeart/2005/8/layout/radial6"/>
    <dgm:cxn modelId="{3A612AD9-CC3B-4A43-80F9-C17EF7398494}" type="presParOf" srcId="{BEBEA472-0DAD-47A8-A6C2-D11C87CD9DCC}" destId="{DAE59FA0-6842-4601-BDBC-9A75F20A5605}" srcOrd="12" destOrd="0" presId="urn:microsoft.com/office/officeart/2005/8/layout/radial6"/>
    <dgm:cxn modelId="{6C83B30D-A732-4B90-AD58-225106150F54}" type="presParOf" srcId="{BEBEA472-0DAD-47A8-A6C2-D11C87CD9DCC}" destId="{C557D5BF-E4CB-4C87-8B2D-4EDD854D080E}" srcOrd="13" destOrd="0" presId="urn:microsoft.com/office/officeart/2005/8/layout/radial6"/>
    <dgm:cxn modelId="{5C538610-54E1-4446-9567-5C259B40C622}" type="presParOf" srcId="{BEBEA472-0DAD-47A8-A6C2-D11C87CD9DCC}" destId="{5D7B3AF8-067B-4D23-B715-D1ECD76364FD}" srcOrd="14" destOrd="0" presId="urn:microsoft.com/office/officeart/2005/8/layout/radial6"/>
    <dgm:cxn modelId="{771AEE93-EAF0-4401-B384-1C6BD6A6E0A3}" type="presParOf" srcId="{BEBEA472-0DAD-47A8-A6C2-D11C87CD9DCC}" destId="{6F120091-B027-4D9F-A6EA-C87F2F054CE8}" srcOrd="15" destOrd="0" presId="urn:microsoft.com/office/officeart/2005/8/layout/radial6"/>
    <dgm:cxn modelId="{439F510A-4C72-4752-B487-66D24FF1CDB6}" type="presParOf" srcId="{BEBEA472-0DAD-47A8-A6C2-D11C87CD9DCC}" destId="{8D894B9B-9C7D-4865-ADDD-531DB0689F20}" srcOrd="16" destOrd="0" presId="urn:microsoft.com/office/officeart/2005/8/layout/radial6"/>
    <dgm:cxn modelId="{05F6706D-9E1F-477F-B204-1308B5CBABD8}" type="presParOf" srcId="{BEBEA472-0DAD-47A8-A6C2-D11C87CD9DCC}" destId="{969E19D4-B4B5-4DB3-BC51-01C71C3B3E9F}" srcOrd="17" destOrd="0" presId="urn:microsoft.com/office/officeart/2005/8/layout/radial6"/>
    <dgm:cxn modelId="{A81926F5-6952-40EE-8B41-041BD6D4E793}" type="presParOf" srcId="{BEBEA472-0DAD-47A8-A6C2-D11C87CD9DCC}" destId="{68901F1A-E3DC-48B7-8E72-8DFB72631257}" srcOrd="18" destOrd="0" presId="urn:microsoft.com/office/officeart/2005/8/layout/radial6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D38A0B16-658A-400E-9133-A7F779554D7A}" type="doc">
      <dgm:prSet loTypeId="urn:microsoft.com/office/officeart/2009/3/layout/HorizontalOrganizationChart" loCatId="hierarchy" qsTypeId="urn:microsoft.com/office/officeart/2005/8/quickstyle/simple1" qsCatId="simple" csTypeId="urn:microsoft.com/office/officeart/2005/8/colors/accent2_1" csCatId="accent2" phldr="1"/>
      <dgm:spPr/>
      <dgm:t>
        <a:bodyPr/>
        <a:lstStyle/>
        <a:p>
          <a:endParaRPr lang="en-IN"/>
        </a:p>
      </dgm:t>
    </dgm:pt>
    <dgm:pt modelId="{97AB4ABF-1455-4316-8DDD-E0CDE3F23E4C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Variables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7C736C82-78D2-4DAB-8132-908D6FA573D1}" type="parTrans" cxnId="{BD06BC3A-B037-4FB8-ADEB-D2A0BCB2FC36}">
      <dgm:prSet/>
      <dgm:spPr/>
      <dgm:t>
        <a:bodyPr/>
        <a:lstStyle/>
        <a:p>
          <a:endParaRPr lang="en-IN"/>
        </a:p>
      </dgm:t>
    </dgm:pt>
    <dgm:pt modelId="{BDD7BF75-9496-458F-8580-4E04F5DD48C3}" type="sibTrans" cxnId="{BD06BC3A-B037-4FB8-ADEB-D2A0BCB2FC36}">
      <dgm:prSet/>
      <dgm:spPr/>
      <dgm:t>
        <a:bodyPr/>
        <a:lstStyle/>
        <a:p>
          <a:endParaRPr lang="en-IN"/>
        </a:p>
      </dgm:t>
    </dgm:pt>
    <dgm:pt modelId="{4431340B-BF10-45C9-9865-A4AF17402B9C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Nominal 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AB3A0A8-2F49-47FB-9D66-19600219AC1F}" type="parTrans" cxnId="{84FAB87C-4362-45A5-A98B-673B4890A1BB}">
      <dgm:prSet/>
      <dgm:spPr/>
      <dgm:t>
        <a:bodyPr/>
        <a:lstStyle/>
        <a:p>
          <a:endParaRPr lang="en-IN"/>
        </a:p>
      </dgm:t>
    </dgm:pt>
    <dgm:pt modelId="{FC5A6E9C-085D-4FE9-BAC5-0CF62066CB49}" type="sibTrans" cxnId="{84FAB87C-4362-45A5-A98B-673B4890A1BB}">
      <dgm:prSet/>
      <dgm:spPr/>
      <dgm:t>
        <a:bodyPr/>
        <a:lstStyle/>
        <a:p>
          <a:endParaRPr lang="en-IN"/>
        </a:p>
      </dgm:t>
    </dgm:pt>
    <dgm:pt modelId="{22342ADA-EB23-4659-9166-0F1BB8F6B954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Ordinal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3CD6834-FAAD-424F-91E9-34C2452B2357}" type="parTrans" cxnId="{32279CE2-6CF3-46AE-9B90-6D37B6779F80}">
      <dgm:prSet/>
      <dgm:spPr/>
      <dgm:t>
        <a:bodyPr/>
        <a:lstStyle/>
        <a:p>
          <a:endParaRPr lang="en-IN"/>
        </a:p>
      </dgm:t>
    </dgm:pt>
    <dgm:pt modelId="{86268DB3-495D-48CA-A854-B226B41763D4}" type="sibTrans" cxnId="{32279CE2-6CF3-46AE-9B90-6D37B6779F80}">
      <dgm:prSet/>
      <dgm:spPr/>
      <dgm:t>
        <a:bodyPr/>
        <a:lstStyle/>
        <a:p>
          <a:endParaRPr lang="en-IN"/>
        </a:p>
      </dgm:t>
    </dgm:pt>
    <dgm:pt modelId="{59602315-A218-4394-829C-B2B7E4AEE7EC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Qualitative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1ACD7BD-A24C-44D8-A914-D6A54CDFCA1F}" type="parTrans" cxnId="{35F9CB42-D36F-4AAF-9369-4F918BC99F9E}">
      <dgm:prSet/>
      <dgm:spPr/>
      <dgm:t>
        <a:bodyPr/>
        <a:lstStyle/>
        <a:p>
          <a:endParaRPr lang="en-IN"/>
        </a:p>
      </dgm:t>
    </dgm:pt>
    <dgm:pt modelId="{7E6624B0-B49C-4EAE-80A4-EB02F80865E9}" type="sibTrans" cxnId="{35F9CB42-D36F-4AAF-9369-4F918BC99F9E}">
      <dgm:prSet/>
      <dgm:spPr/>
      <dgm:t>
        <a:bodyPr/>
        <a:lstStyle/>
        <a:p>
          <a:endParaRPr lang="en-IN"/>
        </a:p>
      </dgm:t>
    </dgm:pt>
    <dgm:pt modelId="{89B23AF1-A67B-459F-827A-25E6627E7672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Quantitative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2C9633-FD04-4F7C-90FB-128BD70EAE4D}" type="parTrans" cxnId="{B97B4CCF-7A19-4104-978C-3346EE65DA45}">
      <dgm:prSet/>
      <dgm:spPr/>
      <dgm:t>
        <a:bodyPr/>
        <a:lstStyle/>
        <a:p>
          <a:endParaRPr lang="en-IN"/>
        </a:p>
      </dgm:t>
    </dgm:pt>
    <dgm:pt modelId="{55A45BE2-831F-464C-AD88-13A6149E42C1}" type="sibTrans" cxnId="{B97B4CCF-7A19-4104-978C-3346EE65DA45}">
      <dgm:prSet/>
      <dgm:spPr/>
      <dgm:t>
        <a:bodyPr/>
        <a:lstStyle/>
        <a:p>
          <a:endParaRPr lang="en-IN"/>
        </a:p>
      </dgm:t>
    </dgm:pt>
    <dgm:pt modelId="{0EC7A766-20C5-4F5A-A261-6F2439A81F4B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Continuous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2167997E-622C-44AB-8460-078DC3D71384}" type="parTrans" cxnId="{CF97112A-C1E8-4682-A4AD-40C45101A262}">
      <dgm:prSet/>
      <dgm:spPr/>
      <dgm:t>
        <a:bodyPr/>
        <a:lstStyle/>
        <a:p>
          <a:endParaRPr lang="en-IN"/>
        </a:p>
      </dgm:t>
    </dgm:pt>
    <dgm:pt modelId="{334C7279-D652-49D6-872B-C9ABAFB0D4B0}" type="sibTrans" cxnId="{CF97112A-C1E8-4682-A4AD-40C45101A262}">
      <dgm:prSet/>
      <dgm:spPr/>
      <dgm:t>
        <a:bodyPr/>
        <a:lstStyle/>
        <a:p>
          <a:endParaRPr lang="en-IN"/>
        </a:p>
      </dgm:t>
    </dgm:pt>
    <dgm:pt modelId="{4E99DCB7-DD7A-4128-A4B9-059EF945AAB1}">
      <dgm:prSet phldrT="[Text]" custT="1"/>
      <dgm:spPr/>
      <dgm:t>
        <a:bodyPr/>
        <a:lstStyle/>
        <a:p>
          <a:r>
            <a:rPr lang="en-US" sz="2800" dirty="0">
              <a:latin typeface="Times New Roman" panose="02020603050405020304" pitchFamily="18" charset="0"/>
              <a:cs typeface="Times New Roman" panose="02020603050405020304" pitchFamily="18" charset="0"/>
            </a:rPr>
            <a:t>Discrete</a:t>
          </a:r>
          <a:endParaRPr lang="en-IN" sz="28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5B53B5AC-A7CF-438E-B299-DAD0B477EF13}" type="parTrans" cxnId="{8C21EA8F-E538-4E77-B02B-17600DC6EFB7}">
      <dgm:prSet/>
      <dgm:spPr/>
      <dgm:t>
        <a:bodyPr/>
        <a:lstStyle/>
        <a:p>
          <a:endParaRPr lang="en-IN"/>
        </a:p>
      </dgm:t>
    </dgm:pt>
    <dgm:pt modelId="{EF412301-B5F5-4C98-B519-62FDEA454DA9}" type="sibTrans" cxnId="{8C21EA8F-E538-4E77-B02B-17600DC6EFB7}">
      <dgm:prSet/>
      <dgm:spPr/>
      <dgm:t>
        <a:bodyPr/>
        <a:lstStyle/>
        <a:p>
          <a:endParaRPr lang="en-IN"/>
        </a:p>
      </dgm:t>
    </dgm:pt>
    <dgm:pt modelId="{F6DBE5E1-4D1D-4FE0-A886-222B25CE75F2}" type="pres">
      <dgm:prSet presAssocID="{D38A0B16-658A-400E-9133-A7F779554D7A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A85F5885-C035-46A1-A487-3EF18CDB9B4A}" type="pres">
      <dgm:prSet presAssocID="{97AB4ABF-1455-4316-8DDD-E0CDE3F23E4C}" presName="hierRoot1" presStyleCnt="0">
        <dgm:presLayoutVars>
          <dgm:hierBranch val="init"/>
        </dgm:presLayoutVars>
      </dgm:prSet>
      <dgm:spPr/>
    </dgm:pt>
    <dgm:pt modelId="{185C2700-6D0E-48BE-9933-51F2F44BA64A}" type="pres">
      <dgm:prSet presAssocID="{97AB4ABF-1455-4316-8DDD-E0CDE3F23E4C}" presName="rootComposite1" presStyleCnt="0"/>
      <dgm:spPr/>
    </dgm:pt>
    <dgm:pt modelId="{14766035-27A7-44B9-A3E1-863D1C03BEEF}" type="pres">
      <dgm:prSet presAssocID="{97AB4ABF-1455-4316-8DDD-E0CDE3F23E4C}" presName="rootText1" presStyleLbl="node0" presStyleIdx="0" presStyleCnt="1">
        <dgm:presLayoutVars>
          <dgm:chPref val="3"/>
        </dgm:presLayoutVars>
      </dgm:prSet>
      <dgm:spPr/>
    </dgm:pt>
    <dgm:pt modelId="{8BD90397-7367-4EC7-A430-9E84B34AAD6B}" type="pres">
      <dgm:prSet presAssocID="{97AB4ABF-1455-4316-8DDD-E0CDE3F23E4C}" presName="rootConnector1" presStyleLbl="node1" presStyleIdx="0" presStyleCnt="0"/>
      <dgm:spPr/>
    </dgm:pt>
    <dgm:pt modelId="{2BAB45CE-733C-45EE-886F-AF4864FC987E}" type="pres">
      <dgm:prSet presAssocID="{97AB4ABF-1455-4316-8DDD-E0CDE3F23E4C}" presName="hierChild2" presStyleCnt="0"/>
      <dgm:spPr/>
    </dgm:pt>
    <dgm:pt modelId="{E6838A0E-2E2A-4F90-8328-DB2CA1F92915}" type="pres">
      <dgm:prSet presAssocID="{51ACD7BD-A24C-44D8-A914-D6A54CDFCA1F}" presName="Name64" presStyleLbl="parChTrans1D2" presStyleIdx="0" presStyleCnt="2"/>
      <dgm:spPr/>
    </dgm:pt>
    <dgm:pt modelId="{562219D4-EC75-49B2-82B3-93600BB5901A}" type="pres">
      <dgm:prSet presAssocID="{59602315-A218-4394-829C-B2B7E4AEE7EC}" presName="hierRoot2" presStyleCnt="0">
        <dgm:presLayoutVars>
          <dgm:hierBranch val="init"/>
        </dgm:presLayoutVars>
      </dgm:prSet>
      <dgm:spPr/>
    </dgm:pt>
    <dgm:pt modelId="{7695A681-4D62-4761-8077-5F3C4D75CEB7}" type="pres">
      <dgm:prSet presAssocID="{59602315-A218-4394-829C-B2B7E4AEE7EC}" presName="rootComposite" presStyleCnt="0"/>
      <dgm:spPr/>
    </dgm:pt>
    <dgm:pt modelId="{A8528D35-2473-4F30-AC6C-E83EE8F9BD98}" type="pres">
      <dgm:prSet presAssocID="{59602315-A218-4394-829C-B2B7E4AEE7EC}" presName="rootText" presStyleLbl="node2" presStyleIdx="0" presStyleCnt="2">
        <dgm:presLayoutVars>
          <dgm:chPref val="3"/>
        </dgm:presLayoutVars>
      </dgm:prSet>
      <dgm:spPr/>
    </dgm:pt>
    <dgm:pt modelId="{9ADF2051-35AA-43B2-9894-4CB136554962}" type="pres">
      <dgm:prSet presAssocID="{59602315-A218-4394-829C-B2B7E4AEE7EC}" presName="rootConnector" presStyleLbl="node2" presStyleIdx="0" presStyleCnt="2"/>
      <dgm:spPr/>
    </dgm:pt>
    <dgm:pt modelId="{47CBE880-5A8F-4786-9BEE-3AA8A363F716}" type="pres">
      <dgm:prSet presAssocID="{59602315-A218-4394-829C-B2B7E4AEE7EC}" presName="hierChild4" presStyleCnt="0"/>
      <dgm:spPr/>
    </dgm:pt>
    <dgm:pt modelId="{8E9498EF-F823-4BCF-8CA5-CFCE2C7BBBDD}" type="pres">
      <dgm:prSet presAssocID="{1AB3A0A8-2F49-47FB-9D66-19600219AC1F}" presName="Name64" presStyleLbl="parChTrans1D3" presStyleIdx="0" presStyleCnt="4"/>
      <dgm:spPr/>
    </dgm:pt>
    <dgm:pt modelId="{9622B1E7-D854-4DFB-907E-9116EFA9DA4B}" type="pres">
      <dgm:prSet presAssocID="{4431340B-BF10-45C9-9865-A4AF17402B9C}" presName="hierRoot2" presStyleCnt="0">
        <dgm:presLayoutVars>
          <dgm:hierBranch val="init"/>
        </dgm:presLayoutVars>
      </dgm:prSet>
      <dgm:spPr/>
    </dgm:pt>
    <dgm:pt modelId="{5CD2BF26-EBB4-4A99-92C6-01239EED6ACF}" type="pres">
      <dgm:prSet presAssocID="{4431340B-BF10-45C9-9865-A4AF17402B9C}" presName="rootComposite" presStyleCnt="0"/>
      <dgm:spPr/>
    </dgm:pt>
    <dgm:pt modelId="{C0EF3BB0-8DFD-467A-A4B1-70898A635FCA}" type="pres">
      <dgm:prSet presAssocID="{4431340B-BF10-45C9-9865-A4AF17402B9C}" presName="rootText" presStyleLbl="node3" presStyleIdx="0" presStyleCnt="4">
        <dgm:presLayoutVars>
          <dgm:chPref val="3"/>
        </dgm:presLayoutVars>
      </dgm:prSet>
      <dgm:spPr/>
    </dgm:pt>
    <dgm:pt modelId="{A8C27C7C-43CB-4FA8-859C-9CB533EFB88D}" type="pres">
      <dgm:prSet presAssocID="{4431340B-BF10-45C9-9865-A4AF17402B9C}" presName="rootConnector" presStyleLbl="node3" presStyleIdx="0" presStyleCnt="4"/>
      <dgm:spPr/>
    </dgm:pt>
    <dgm:pt modelId="{F9E2E77A-BD3F-416A-B005-25A5655EC8A1}" type="pres">
      <dgm:prSet presAssocID="{4431340B-BF10-45C9-9865-A4AF17402B9C}" presName="hierChild4" presStyleCnt="0"/>
      <dgm:spPr/>
    </dgm:pt>
    <dgm:pt modelId="{FE0C9B76-073C-4A97-A3F3-E3CE7B542D04}" type="pres">
      <dgm:prSet presAssocID="{4431340B-BF10-45C9-9865-A4AF17402B9C}" presName="hierChild5" presStyleCnt="0"/>
      <dgm:spPr/>
    </dgm:pt>
    <dgm:pt modelId="{E5D3D611-BDE2-4737-B027-275AC16FA563}" type="pres">
      <dgm:prSet presAssocID="{D3CD6834-FAAD-424F-91E9-34C2452B2357}" presName="Name64" presStyleLbl="parChTrans1D3" presStyleIdx="1" presStyleCnt="4"/>
      <dgm:spPr/>
    </dgm:pt>
    <dgm:pt modelId="{8B979A58-5EC2-47A7-A300-D31DEAF3EC70}" type="pres">
      <dgm:prSet presAssocID="{22342ADA-EB23-4659-9166-0F1BB8F6B954}" presName="hierRoot2" presStyleCnt="0">
        <dgm:presLayoutVars>
          <dgm:hierBranch val="init"/>
        </dgm:presLayoutVars>
      </dgm:prSet>
      <dgm:spPr/>
    </dgm:pt>
    <dgm:pt modelId="{3D030B65-041F-445E-AEE6-25686DE72BD0}" type="pres">
      <dgm:prSet presAssocID="{22342ADA-EB23-4659-9166-0F1BB8F6B954}" presName="rootComposite" presStyleCnt="0"/>
      <dgm:spPr/>
    </dgm:pt>
    <dgm:pt modelId="{C250DED7-EF78-491E-B679-3DA122507F33}" type="pres">
      <dgm:prSet presAssocID="{22342ADA-EB23-4659-9166-0F1BB8F6B954}" presName="rootText" presStyleLbl="node3" presStyleIdx="1" presStyleCnt="4">
        <dgm:presLayoutVars>
          <dgm:chPref val="3"/>
        </dgm:presLayoutVars>
      </dgm:prSet>
      <dgm:spPr/>
    </dgm:pt>
    <dgm:pt modelId="{12543BD4-B2FC-42C4-8402-6996B808D284}" type="pres">
      <dgm:prSet presAssocID="{22342ADA-EB23-4659-9166-0F1BB8F6B954}" presName="rootConnector" presStyleLbl="node3" presStyleIdx="1" presStyleCnt="4"/>
      <dgm:spPr/>
    </dgm:pt>
    <dgm:pt modelId="{38C0D445-D441-4230-89DE-678E43FA2FE1}" type="pres">
      <dgm:prSet presAssocID="{22342ADA-EB23-4659-9166-0F1BB8F6B954}" presName="hierChild4" presStyleCnt="0"/>
      <dgm:spPr/>
    </dgm:pt>
    <dgm:pt modelId="{FA2C70DB-7062-41F7-97A7-951C3534F9CD}" type="pres">
      <dgm:prSet presAssocID="{22342ADA-EB23-4659-9166-0F1BB8F6B954}" presName="hierChild5" presStyleCnt="0"/>
      <dgm:spPr/>
    </dgm:pt>
    <dgm:pt modelId="{EE4778F0-00A8-4910-91A4-FB90DD4F5825}" type="pres">
      <dgm:prSet presAssocID="{59602315-A218-4394-829C-B2B7E4AEE7EC}" presName="hierChild5" presStyleCnt="0"/>
      <dgm:spPr/>
    </dgm:pt>
    <dgm:pt modelId="{EA1328F0-9CA7-42FA-A786-E2E865DF598D}" type="pres">
      <dgm:prSet presAssocID="{DB2C9633-FD04-4F7C-90FB-128BD70EAE4D}" presName="Name64" presStyleLbl="parChTrans1D2" presStyleIdx="1" presStyleCnt="2"/>
      <dgm:spPr/>
    </dgm:pt>
    <dgm:pt modelId="{EC10D799-0FAA-481A-B240-6FA06AACB814}" type="pres">
      <dgm:prSet presAssocID="{89B23AF1-A67B-459F-827A-25E6627E7672}" presName="hierRoot2" presStyleCnt="0">
        <dgm:presLayoutVars>
          <dgm:hierBranch val="init"/>
        </dgm:presLayoutVars>
      </dgm:prSet>
      <dgm:spPr/>
    </dgm:pt>
    <dgm:pt modelId="{2E991141-A080-4EBB-9DAC-D9045372EFF9}" type="pres">
      <dgm:prSet presAssocID="{89B23AF1-A67B-459F-827A-25E6627E7672}" presName="rootComposite" presStyleCnt="0"/>
      <dgm:spPr/>
    </dgm:pt>
    <dgm:pt modelId="{D4831AEC-5BAD-4F13-9989-B5B1B5037024}" type="pres">
      <dgm:prSet presAssocID="{89B23AF1-A67B-459F-827A-25E6627E7672}" presName="rootText" presStyleLbl="node2" presStyleIdx="1" presStyleCnt="2">
        <dgm:presLayoutVars>
          <dgm:chPref val="3"/>
        </dgm:presLayoutVars>
      </dgm:prSet>
      <dgm:spPr/>
    </dgm:pt>
    <dgm:pt modelId="{BE2526AF-953B-455A-A0B8-FF877F5C37E2}" type="pres">
      <dgm:prSet presAssocID="{89B23AF1-A67B-459F-827A-25E6627E7672}" presName="rootConnector" presStyleLbl="node2" presStyleIdx="1" presStyleCnt="2"/>
      <dgm:spPr/>
    </dgm:pt>
    <dgm:pt modelId="{3D3FDFFE-58F3-47CD-8CAA-109848F7A498}" type="pres">
      <dgm:prSet presAssocID="{89B23AF1-A67B-459F-827A-25E6627E7672}" presName="hierChild4" presStyleCnt="0"/>
      <dgm:spPr/>
    </dgm:pt>
    <dgm:pt modelId="{E1E3071C-A44C-4A14-B51B-0222DB44EF14}" type="pres">
      <dgm:prSet presAssocID="{2167997E-622C-44AB-8460-078DC3D71384}" presName="Name64" presStyleLbl="parChTrans1D3" presStyleIdx="2" presStyleCnt="4"/>
      <dgm:spPr/>
    </dgm:pt>
    <dgm:pt modelId="{850B7702-DC0A-493D-9CCF-EED82607F1E2}" type="pres">
      <dgm:prSet presAssocID="{0EC7A766-20C5-4F5A-A261-6F2439A81F4B}" presName="hierRoot2" presStyleCnt="0">
        <dgm:presLayoutVars>
          <dgm:hierBranch val="init"/>
        </dgm:presLayoutVars>
      </dgm:prSet>
      <dgm:spPr/>
    </dgm:pt>
    <dgm:pt modelId="{5FFA0F63-4467-4C5D-820F-D759724C1311}" type="pres">
      <dgm:prSet presAssocID="{0EC7A766-20C5-4F5A-A261-6F2439A81F4B}" presName="rootComposite" presStyleCnt="0"/>
      <dgm:spPr/>
    </dgm:pt>
    <dgm:pt modelId="{D40E6052-1581-44F0-8FD5-40599DAACE65}" type="pres">
      <dgm:prSet presAssocID="{0EC7A766-20C5-4F5A-A261-6F2439A81F4B}" presName="rootText" presStyleLbl="node3" presStyleIdx="2" presStyleCnt="4">
        <dgm:presLayoutVars>
          <dgm:chPref val="3"/>
        </dgm:presLayoutVars>
      </dgm:prSet>
      <dgm:spPr/>
    </dgm:pt>
    <dgm:pt modelId="{197D86FB-A635-4E10-8313-60E2854B851C}" type="pres">
      <dgm:prSet presAssocID="{0EC7A766-20C5-4F5A-A261-6F2439A81F4B}" presName="rootConnector" presStyleLbl="node3" presStyleIdx="2" presStyleCnt="4"/>
      <dgm:spPr/>
    </dgm:pt>
    <dgm:pt modelId="{1EA68C6A-4966-4DB1-B558-E1B46597E98F}" type="pres">
      <dgm:prSet presAssocID="{0EC7A766-20C5-4F5A-A261-6F2439A81F4B}" presName="hierChild4" presStyleCnt="0"/>
      <dgm:spPr/>
    </dgm:pt>
    <dgm:pt modelId="{DA314B5B-283B-424A-8D51-F1CA77217CA2}" type="pres">
      <dgm:prSet presAssocID="{0EC7A766-20C5-4F5A-A261-6F2439A81F4B}" presName="hierChild5" presStyleCnt="0"/>
      <dgm:spPr/>
    </dgm:pt>
    <dgm:pt modelId="{FB92D653-EE36-49A0-863E-DE6A8D8F5615}" type="pres">
      <dgm:prSet presAssocID="{5B53B5AC-A7CF-438E-B299-DAD0B477EF13}" presName="Name64" presStyleLbl="parChTrans1D3" presStyleIdx="3" presStyleCnt="4"/>
      <dgm:spPr/>
    </dgm:pt>
    <dgm:pt modelId="{B95947D5-ED26-41DA-8AAE-2F9B5A745186}" type="pres">
      <dgm:prSet presAssocID="{4E99DCB7-DD7A-4128-A4B9-059EF945AAB1}" presName="hierRoot2" presStyleCnt="0">
        <dgm:presLayoutVars>
          <dgm:hierBranch val="init"/>
        </dgm:presLayoutVars>
      </dgm:prSet>
      <dgm:spPr/>
    </dgm:pt>
    <dgm:pt modelId="{59B41688-DE00-47E9-B38F-6B9CBC454CE9}" type="pres">
      <dgm:prSet presAssocID="{4E99DCB7-DD7A-4128-A4B9-059EF945AAB1}" presName="rootComposite" presStyleCnt="0"/>
      <dgm:spPr/>
    </dgm:pt>
    <dgm:pt modelId="{783F929D-1CCD-4B79-8F6A-B967B10E2A83}" type="pres">
      <dgm:prSet presAssocID="{4E99DCB7-DD7A-4128-A4B9-059EF945AAB1}" presName="rootText" presStyleLbl="node3" presStyleIdx="3" presStyleCnt="4">
        <dgm:presLayoutVars>
          <dgm:chPref val="3"/>
        </dgm:presLayoutVars>
      </dgm:prSet>
      <dgm:spPr/>
    </dgm:pt>
    <dgm:pt modelId="{186D841F-61CF-450D-9042-5A1B0204B30C}" type="pres">
      <dgm:prSet presAssocID="{4E99DCB7-DD7A-4128-A4B9-059EF945AAB1}" presName="rootConnector" presStyleLbl="node3" presStyleIdx="3" presStyleCnt="4"/>
      <dgm:spPr/>
    </dgm:pt>
    <dgm:pt modelId="{225B1F7F-D32E-4140-A289-4590BCB8DDA4}" type="pres">
      <dgm:prSet presAssocID="{4E99DCB7-DD7A-4128-A4B9-059EF945AAB1}" presName="hierChild4" presStyleCnt="0"/>
      <dgm:spPr/>
    </dgm:pt>
    <dgm:pt modelId="{27D658CA-B4D6-476B-9699-0BC22A1CC1DF}" type="pres">
      <dgm:prSet presAssocID="{4E99DCB7-DD7A-4128-A4B9-059EF945AAB1}" presName="hierChild5" presStyleCnt="0"/>
      <dgm:spPr/>
    </dgm:pt>
    <dgm:pt modelId="{E2298017-881F-4243-AF5E-57B0257EC24F}" type="pres">
      <dgm:prSet presAssocID="{89B23AF1-A67B-459F-827A-25E6627E7672}" presName="hierChild5" presStyleCnt="0"/>
      <dgm:spPr/>
    </dgm:pt>
    <dgm:pt modelId="{C6F4A8B8-6CF4-4B18-B1CB-8365AA457B25}" type="pres">
      <dgm:prSet presAssocID="{97AB4ABF-1455-4316-8DDD-E0CDE3F23E4C}" presName="hierChild3" presStyleCnt="0"/>
      <dgm:spPr/>
    </dgm:pt>
  </dgm:ptLst>
  <dgm:cxnLst>
    <dgm:cxn modelId="{129DE905-85A7-4FD8-87D0-B01AB4EE73DB}" type="presOf" srcId="{59602315-A218-4394-829C-B2B7E4AEE7EC}" destId="{9ADF2051-35AA-43B2-9894-4CB136554962}" srcOrd="1" destOrd="0" presId="urn:microsoft.com/office/officeart/2009/3/layout/HorizontalOrganizationChart"/>
    <dgm:cxn modelId="{E2241823-EE5A-4AD6-874B-1D6FD194E529}" type="presOf" srcId="{97AB4ABF-1455-4316-8DDD-E0CDE3F23E4C}" destId="{8BD90397-7367-4EC7-A430-9E84B34AAD6B}" srcOrd="1" destOrd="0" presId="urn:microsoft.com/office/officeart/2009/3/layout/HorizontalOrganizationChart"/>
    <dgm:cxn modelId="{5EF23923-553F-4B18-831B-D18B392FAD20}" type="presOf" srcId="{5B53B5AC-A7CF-438E-B299-DAD0B477EF13}" destId="{FB92D653-EE36-49A0-863E-DE6A8D8F5615}" srcOrd="0" destOrd="0" presId="urn:microsoft.com/office/officeart/2009/3/layout/HorizontalOrganizationChart"/>
    <dgm:cxn modelId="{CF97112A-C1E8-4682-A4AD-40C45101A262}" srcId="{89B23AF1-A67B-459F-827A-25E6627E7672}" destId="{0EC7A766-20C5-4F5A-A261-6F2439A81F4B}" srcOrd="0" destOrd="0" parTransId="{2167997E-622C-44AB-8460-078DC3D71384}" sibTransId="{334C7279-D652-49D6-872B-C9ABAFB0D4B0}"/>
    <dgm:cxn modelId="{647F0730-0F39-48F6-84DC-066E84576C21}" type="presOf" srcId="{59602315-A218-4394-829C-B2B7E4AEE7EC}" destId="{A8528D35-2473-4F30-AC6C-E83EE8F9BD98}" srcOrd="0" destOrd="0" presId="urn:microsoft.com/office/officeart/2009/3/layout/HorizontalOrganizationChart"/>
    <dgm:cxn modelId="{6B226E39-BA80-44F4-9FA7-54E44090F1EB}" type="presOf" srcId="{D3CD6834-FAAD-424F-91E9-34C2452B2357}" destId="{E5D3D611-BDE2-4737-B027-275AC16FA563}" srcOrd="0" destOrd="0" presId="urn:microsoft.com/office/officeart/2009/3/layout/HorizontalOrganizationChart"/>
    <dgm:cxn modelId="{BD06BC3A-B037-4FB8-ADEB-D2A0BCB2FC36}" srcId="{D38A0B16-658A-400E-9133-A7F779554D7A}" destId="{97AB4ABF-1455-4316-8DDD-E0CDE3F23E4C}" srcOrd="0" destOrd="0" parTransId="{7C736C82-78D2-4DAB-8132-908D6FA573D1}" sibTransId="{BDD7BF75-9496-458F-8580-4E04F5DD48C3}"/>
    <dgm:cxn modelId="{45D1703F-5233-4C03-B13A-D1BFBE0CFCB0}" type="presOf" srcId="{89B23AF1-A67B-459F-827A-25E6627E7672}" destId="{BE2526AF-953B-455A-A0B8-FF877F5C37E2}" srcOrd="1" destOrd="0" presId="urn:microsoft.com/office/officeart/2009/3/layout/HorizontalOrganizationChart"/>
    <dgm:cxn modelId="{63D4723F-73B4-40B7-8A2D-B8739B7681CD}" type="presOf" srcId="{0EC7A766-20C5-4F5A-A261-6F2439A81F4B}" destId="{D40E6052-1581-44F0-8FD5-40599DAACE65}" srcOrd="0" destOrd="0" presId="urn:microsoft.com/office/officeart/2009/3/layout/HorizontalOrganizationChart"/>
    <dgm:cxn modelId="{35F9CB42-D36F-4AAF-9369-4F918BC99F9E}" srcId="{97AB4ABF-1455-4316-8DDD-E0CDE3F23E4C}" destId="{59602315-A218-4394-829C-B2B7E4AEE7EC}" srcOrd="0" destOrd="0" parTransId="{51ACD7BD-A24C-44D8-A914-D6A54CDFCA1F}" sibTransId="{7E6624B0-B49C-4EAE-80A4-EB02F80865E9}"/>
    <dgm:cxn modelId="{DC305B57-CDEB-4BE9-A27A-66932D4EFBBD}" type="presOf" srcId="{4E99DCB7-DD7A-4128-A4B9-059EF945AAB1}" destId="{783F929D-1CCD-4B79-8F6A-B967B10E2A83}" srcOrd="0" destOrd="0" presId="urn:microsoft.com/office/officeart/2009/3/layout/HorizontalOrganizationChart"/>
    <dgm:cxn modelId="{7454355D-816B-4B6F-9953-99A2237F07F5}" type="presOf" srcId="{4E99DCB7-DD7A-4128-A4B9-059EF945AAB1}" destId="{186D841F-61CF-450D-9042-5A1B0204B30C}" srcOrd="1" destOrd="0" presId="urn:microsoft.com/office/officeart/2009/3/layout/HorizontalOrganizationChart"/>
    <dgm:cxn modelId="{0D84126C-CDD4-4ECB-AAA3-009707BF7DAB}" type="presOf" srcId="{D38A0B16-658A-400E-9133-A7F779554D7A}" destId="{F6DBE5E1-4D1D-4FE0-A886-222B25CE75F2}" srcOrd="0" destOrd="0" presId="urn:microsoft.com/office/officeart/2009/3/layout/HorizontalOrganizationChart"/>
    <dgm:cxn modelId="{84FAB87C-4362-45A5-A98B-673B4890A1BB}" srcId="{59602315-A218-4394-829C-B2B7E4AEE7EC}" destId="{4431340B-BF10-45C9-9865-A4AF17402B9C}" srcOrd="0" destOrd="0" parTransId="{1AB3A0A8-2F49-47FB-9D66-19600219AC1F}" sibTransId="{FC5A6E9C-085D-4FE9-BAC5-0CF62066CB49}"/>
    <dgm:cxn modelId="{64B53A80-DC51-4031-8CD6-581805F3E51B}" type="presOf" srcId="{4431340B-BF10-45C9-9865-A4AF17402B9C}" destId="{A8C27C7C-43CB-4FA8-859C-9CB533EFB88D}" srcOrd="1" destOrd="0" presId="urn:microsoft.com/office/officeart/2009/3/layout/HorizontalOrganizationChart"/>
    <dgm:cxn modelId="{8C21EA8F-E538-4E77-B02B-17600DC6EFB7}" srcId="{89B23AF1-A67B-459F-827A-25E6627E7672}" destId="{4E99DCB7-DD7A-4128-A4B9-059EF945AAB1}" srcOrd="1" destOrd="0" parTransId="{5B53B5AC-A7CF-438E-B299-DAD0B477EF13}" sibTransId="{EF412301-B5F5-4C98-B519-62FDEA454DA9}"/>
    <dgm:cxn modelId="{D33B3590-30B2-4BCA-A9E3-0620004C9BC2}" type="presOf" srcId="{4431340B-BF10-45C9-9865-A4AF17402B9C}" destId="{C0EF3BB0-8DFD-467A-A4B1-70898A635FCA}" srcOrd="0" destOrd="0" presId="urn:microsoft.com/office/officeart/2009/3/layout/HorizontalOrganizationChart"/>
    <dgm:cxn modelId="{4D9DA092-EFE6-4164-B6F5-9E61BEA24D64}" type="presOf" srcId="{97AB4ABF-1455-4316-8DDD-E0CDE3F23E4C}" destId="{14766035-27A7-44B9-A3E1-863D1C03BEEF}" srcOrd="0" destOrd="0" presId="urn:microsoft.com/office/officeart/2009/3/layout/HorizontalOrganizationChart"/>
    <dgm:cxn modelId="{1EB53197-FF76-4178-9C9D-459E307C8B7D}" type="presOf" srcId="{1AB3A0A8-2F49-47FB-9D66-19600219AC1F}" destId="{8E9498EF-F823-4BCF-8CA5-CFCE2C7BBBDD}" srcOrd="0" destOrd="0" presId="urn:microsoft.com/office/officeart/2009/3/layout/HorizontalOrganizationChart"/>
    <dgm:cxn modelId="{D4C5A99F-247C-4E2A-8740-FE38ED915981}" type="presOf" srcId="{2167997E-622C-44AB-8460-078DC3D71384}" destId="{E1E3071C-A44C-4A14-B51B-0222DB44EF14}" srcOrd="0" destOrd="0" presId="urn:microsoft.com/office/officeart/2009/3/layout/HorizontalOrganizationChart"/>
    <dgm:cxn modelId="{93E1BDB1-41E1-463A-B008-D65399E1FB6B}" type="presOf" srcId="{DB2C9633-FD04-4F7C-90FB-128BD70EAE4D}" destId="{EA1328F0-9CA7-42FA-A786-E2E865DF598D}" srcOrd="0" destOrd="0" presId="urn:microsoft.com/office/officeart/2009/3/layout/HorizontalOrganizationChart"/>
    <dgm:cxn modelId="{B9C051B9-93D7-4796-810A-C8B37750E751}" type="presOf" srcId="{22342ADA-EB23-4659-9166-0F1BB8F6B954}" destId="{12543BD4-B2FC-42C4-8402-6996B808D284}" srcOrd="1" destOrd="0" presId="urn:microsoft.com/office/officeart/2009/3/layout/HorizontalOrganizationChart"/>
    <dgm:cxn modelId="{B97B4CCF-7A19-4104-978C-3346EE65DA45}" srcId="{97AB4ABF-1455-4316-8DDD-E0CDE3F23E4C}" destId="{89B23AF1-A67B-459F-827A-25E6627E7672}" srcOrd="1" destOrd="0" parTransId="{DB2C9633-FD04-4F7C-90FB-128BD70EAE4D}" sibTransId="{55A45BE2-831F-464C-AD88-13A6149E42C1}"/>
    <dgm:cxn modelId="{67F288D3-535F-4988-BC1B-79B6FFDA3586}" type="presOf" srcId="{0EC7A766-20C5-4F5A-A261-6F2439A81F4B}" destId="{197D86FB-A635-4E10-8313-60E2854B851C}" srcOrd="1" destOrd="0" presId="urn:microsoft.com/office/officeart/2009/3/layout/HorizontalOrganizationChart"/>
    <dgm:cxn modelId="{D8978CE2-1869-4A8C-9A5D-CFBB7FAD4C04}" type="presOf" srcId="{51ACD7BD-A24C-44D8-A914-D6A54CDFCA1F}" destId="{E6838A0E-2E2A-4F90-8328-DB2CA1F92915}" srcOrd="0" destOrd="0" presId="urn:microsoft.com/office/officeart/2009/3/layout/HorizontalOrganizationChart"/>
    <dgm:cxn modelId="{32279CE2-6CF3-46AE-9B90-6D37B6779F80}" srcId="{59602315-A218-4394-829C-B2B7E4AEE7EC}" destId="{22342ADA-EB23-4659-9166-0F1BB8F6B954}" srcOrd="1" destOrd="0" parTransId="{D3CD6834-FAAD-424F-91E9-34C2452B2357}" sibTransId="{86268DB3-495D-48CA-A854-B226B41763D4}"/>
    <dgm:cxn modelId="{7B215AF6-87A6-4A39-9D1F-1BDD095000F0}" type="presOf" srcId="{89B23AF1-A67B-459F-827A-25E6627E7672}" destId="{D4831AEC-5BAD-4F13-9989-B5B1B5037024}" srcOrd="0" destOrd="0" presId="urn:microsoft.com/office/officeart/2009/3/layout/HorizontalOrganizationChart"/>
    <dgm:cxn modelId="{8ED1DBFD-B695-41C4-A323-96FA3A8E2AD7}" type="presOf" srcId="{22342ADA-EB23-4659-9166-0F1BB8F6B954}" destId="{C250DED7-EF78-491E-B679-3DA122507F33}" srcOrd="0" destOrd="0" presId="urn:microsoft.com/office/officeart/2009/3/layout/HorizontalOrganizationChart"/>
    <dgm:cxn modelId="{5C05E57D-A00C-49A6-A878-17A4B5BDF4D0}" type="presParOf" srcId="{F6DBE5E1-4D1D-4FE0-A886-222B25CE75F2}" destId="{A85F5885-C035-46A1-A487-3EF18CDB9B4A}" srcOrd="0" destOrd="0" presId="urn:microsoft.com/office/officeart/2009/3/layout/HorizontalOrganizationChart"/>
    <dgm:cxn modelId="{8EBAE5C9-3E79-4A21-A142-E12AA2826396}" type="presParOf" srcId="{A85F5885-C035-46A1-A487-3EF18CDB9B4A}" destId="{185C2700-6D0E-48BE-9933-51F2F44BA64A}" srcOrd="0" destOrd="0" presId="urn:microsoft.com/office/officeart/2009/3/layout/HorizontalOrganizationChart"/>
    <dgm:cxn modelId="{7ED883CA-685D-4874-953E-0E3EBA6C837C}" type="presParOf" srcId="{185C2700-6D0E-48BE-9933-51F2F44BA64A}" destId="{14766035-27A7-44B9-A3E1-863D1C03BEEF}" srcOrd="0" destOrd="0" presId="urn:microsoft.com/office/officeart/2009/3/layout/HorizontalOrganizationChart"/>
    <dgm:cxn modelId="{23AA9A29-D60A-4653-B6F0-7BC7E2C3DCC6}" type="presParOf" srcId="{185C2700-6D0E-48BE-9933-51F2F44BA64A}" destId="{8BD90397-7367-4EC7-A430-9E84B34AAD6B}" srcOrd="1" destOrd="0" presId="urn:microsoft.com/office/officeart/2009/3/layout/HorizontalOrganizationChart"/>
    <dgm:cxn modelId="{8D96CFA1-F222-470D-AAD9-CF0EF95A2506}" type="presParOf" srcId="{A85F5885-C035-46A1-A487-3EF18CDB9B4A}" destId="{2BAB45CE-733C-45EE-886F-AF4864FC987E}" srcOrd="1" destOrd="0" presId="urn:microsoft.com/office/officeart/2009/3/layout/HorizontalOrganizationChart"/>
    <dgm:cxn modelId="{3B2F69D9-0944-49A7-AD03-3911BB5ECCB8}" type="presParOf" srcId="{2BAB45CE-733C-45EE-886F-AF4864FC987E}" destId="{E6838A0E-2E2A-4F90-8328-DB2CA1F92915}" srcOrd="0" destOrd="0" presId="urn:microsoft.com/office/officeart/2009/3/layout/HorizontalOrganizationChart"/>
    <dgm:cxn modelId="{377EA23B-49AF-4837-B8BD-A2F0FD1D1529}" type="presParOf" srcId="{2BAB45CE-733C-45EE-886F-AF4864FC987E}" destId="{562219D4-EC75-49B2-82B3-93600BB5901A}" srcOrd="1" destOrd="0" presId="urn:microsoft.com/office/officeart/2009/3/layout/HorizontalOrganizationChart"/>
    <dgm:cxn modelId="{4BDF7263-633A-491F-90B9-701AA250F96B}" type="presParOf" srcId="{562219D4-EC75-49B2-82B3-93600BB5901A}" destId="{7695A681-4D62-4761-8077-5F3C4D75CEB7}" srcOrd="0" destOrd="0" presId="urn:microsoft.com/office/officeart/2009/3/layout/HorizontalOrganizationChart"/>
    <dgm:cxn modelId="{DD2DDF55-A033-4F93-9592-60F1B34B9647}" type="presParOf" srcId="{7695A681-4D62-4761-8077-5F3C4D75CEB7}" destId="{A8528D35-2473-4F30-AC6C-E83EE8F9BD98}" srcOrd="0" destOrd="0" presId="urn:microsoft.com/office/officeart/2009/3/layout/HorizontalOrganizationChart"/>
    <dgm:cxn modelId="{F4D2A31A-26FD-42BF-B102-B3AD5ADE1FBE}" type="presParOf" srcId="{7695A681-4D62-4761-8077-5F3C4D75CEB7}" destId="{9ADF2051-35AA-43B2-9894-4CB136554962}" srcOrd="1" destOrd="0" presId="urn:microsoft.com/office/officeart/2009/3/layout/HorizontalOrganizationChart"/>
    <dgm:cxn modelId="{7E5079E7-E90D-4F07-BC98-88E4CEAFFEBE}" type="presParOf" srcId="{562219D4-EC75-49B2-82B3-93600BB5901A}" destId="{47CBE880-5A8F-4786-9BEE-3AA8A363F716}" srcOrd="1" destOrd="0" presId="urn:microsoft.com/office/officeart/2009/3/layout/HorizontalOrganizationChart"/>
    <dgm:cxn modelId="{0D4DB83E-4CF5-4BD8-AB60-5C65F64F3166}" type="presParOf" srcId="{47CBE880-5A8F-4786-9BEE-3AA8A363F716}" destId="{8E9498EF-F823-4BCF-8CA5-CFCE2C7BBBDD}" srcOrd="0" destOrd="0" presId="urn:microsoft.com/office/officeart/2009/3/layout/HorizontalOrganizationChart"/>
    <dgm:cxn modelId="{DEB7BD8A-5E35-4AB2-9596-90B2011E505B}" type="presParOf" srcId="{47CBE880-5A8F-4786-9BEE-3AA8A363F716}" destId="{9622B1E7-D854-4DFB-907E-9116EFA9DA4B}" srcOrd="1" destOrd="0" presId="urn:microsoft.com/office/officeart/2009/3/layout/HorizontalOrganizationChart"/>
    <dgm:cxn modelId="{BAC7EAC5-F5BA-4111-9018-41715B435B12}" type="presParOf" srcId="{9622B1E7-D854-4DFB-907E-9116EFA9DA4B}" destId="{5CD2BF26-EBB4-4A99-92C6-01239EED6ACF}" srcOrd="0" destOrd="0" presId="urn:microsoft.com/office/officeart/2009/3/layout/HorizontalOrganizationChart"/>
    <dgm:cxn modelId="{774571D9-EDB7-465A-A620-D383CC7D6BD4}" type="presParOf" srcId="{5CD2BF26-EBB4-4A99-92C6-01239EED6ACF}" destId="{C0EF3BB0-8DFD-467A-A4B1-70898A635FCA}" srcOrd="0" destOrd="0" presId="urn:microsoft.com/office/officeart/2009/3/layout/HorizontalOrganizationChart"/>
    <dgm:cxn modelId="{979ACA21-312A-42F7-BBBC-4E46C4AC84F2}" type="presParOf" srcId="{5CD2BF26-EBB4-4A99-92C6-01239EED6ACF}" destId="{A8C27C7C-43CB-4FA8-859C-9CB533EFB88D}" srcOrd="1" destOrd="0" presId="urn:microsoft.com/office/officeart/2009/3/layout/HorizontalOrganizationChart"/>
    <dgm:cxn modelId="{50D7ADF7-140B-4AF8-9D9E-908ADA6E60B8}" type="presParOf" srcId="{9622B1E7-D854-4DFB-907E-9116EFA9DA4B}" destId="{F9E2E77A-BD3F-416A-B005-25A5655EC8A1}" srcOrd="1" destOrd="0" presId="urn:microsoft.com/office/officeart/2009/3/layout/HorizontalOrganizationChart"/>
    <dgm:cxn modelId="{85EB5022-ACAA-4614-8CB8-8BA0E980DE44}" type="presParOf" srcId="{9622B1E7-D854-4DFB-907E-9116EFA9DA4B}" destId="{FE0C9B76-073C-4A97-A3F3-E3CE7B542D04}" srcOrd="2" destOrd="0" presId="urn:microsoft.com/office/officeart/2009/3/layout/HorizontalOrganizationChart"/>
    <dgm:cxn modelId="{107CF204-5148-45C7-A8BA-B259D83D37DB}" type="presParOf" srcId="{47CBE880-5A8F-4786-9BEE-3AA8A363F716}" destId="{E5D3D611-BDE2-4737-B027-275AC16FA563}" srcOrd="2" destOrd="0" presId="urn:microsoft.com/office/officeart/2009/3/layout/HorizontalOrganizationChart"/>
    <dgm:cxn modelId="{36A7EFEF-77AD-4E14-845D-018A640C63CB}" type="presParOf" srcId="{47CBE880-5A8F-4786-9BEE-3AA8A363F716}" destId="{8B979A58-5EC2-47A7-A300-D31DEAF3EC70}" srcOrd="3" destOrd="0" presId="urn:microsoft.com/office/officeart/2009/3/layout/HorizontalOrganizationChart"/>
    <dgm:cxn modelId="{2850B82A-7CF5-4F95-8CFA-410B33D4ED3E}" type="presParOf" srcId="{8B979A58-5EC2-47A7-A300-D31DEAF3EC70}" destId="{3D030B65-041F-445E-AEE6-25686DE72BD0}" srcOrd="0" destOrd="0" presId="urn:microsoft.com/office/officeart/2009/3/layout/HorizontalOrganizationChart"/>
    <dgm:cxn modelId="{71122CDD-EF45-4EEC-9CDC-DE5D1159C53F}" type="presParOf" srcId="{3D030B65-041F-445E-AEE6-25686DE72BD0}" destId="{C250DED7-EF78-491E-B679-3DA122507F33}" srcOrd="0" destOrd="0" presId="urn:microsoft.com/office/officeart/2009/3/layout/HorizontalOrganizationChart"/>
    <dgm:cxn modelId="{E1C71004-E629-4707-B5DE-7C71540E6DA7}" type="presParOf" srcId="{3D030B65-041F-445E-AEE6-25686DE72BD0}" destId="{12543BD4-B2FC-42C4-8402-6996B808D284}" srcOrd="1" destOrd="0" presId="urn:microsoft.com/office/officeart/2009/3/layout/HorizontalOrganizationChart"/>
    <dgm:cxn modelId="{A7A96E4C-71E5-4735-ABD3-C239B4B80EF2}" type="presParOf" srcId="{8B979A58-5EC2-47A7-A300-D31DEAF3EC70}" destId="{38C0D445-D441-4230-89DE-678E43FA2FE1}" srcOrd="1" destOrd="0" presId="urn:microsoft.com/office/officeart/2009/3/layout/HorizontalOrganizationChart"/>
    <dgm:cxn modelId="{C6987371-F887-4746-9446-BCB895B9335A}" type="presParOf" srcId="{8B979A58-5EC2-47A7-A300-D31DEAF3EC70}" destId="{FA2C70DB-7062-41F7-97A7-951C3534F9CD}" srcOrd="2" destOrd="0" presId="urn:microsoft.com/office/officeart/2009/3/layout/HorizontalOrganizationChart"/>
    <dgm:cxn modelId="{669F7211-57AD-42AB-8A99-07EB5F06D687}" type="presParOf" srcId="{562219D4-EC75-49B2-82B3-93600BB5901A}" destId="{EE4778F0-00A8-4910-91A4-FB90DD4F5825}" srcOrd="2" destOrd="0" presId="urn:microsoft.com/office/officeart/2009/3/layout/HorizontalOrganizationChart"/>
    <dgm:cxn modelId="{F348782B-C705-4448-84FD-8B472A8DF59C}" type="presParOf" srcId="{2BAB45CE-733C-45EE-886F-AF4864FC987E}" destId="{EA1328F0-9CA7-42FA-A786-E2E865DF598D}" srcOrd="2" destOrd="0" presId="urn:microsoft.com/office/officeart/2009/3/layout/HorizontalOrganizationChart"/>
    <dgm:cxn modelId="{01CC004C-8697-4556-92CA-DCE8722F2265}" type="presParOf" srcId="{2BAB45CE-733C-45EE-886F-AF4864FC987E}" destId="{EC10D799-0FAA-481A-B240-6FA06AACB814}" srcOrd="3" destOrd="0" presId="urn:microsoft.com/office/officeart/2009/3/layout/HorizontalOrganizationChart"/>
    <dgm:cxn modelId="{27980AFE-24D2-4D2B-A787-D8299B9D4F22}" type="presParOf" srcId="{EC10D799-0FAA-481A-B240-6FA06AACB814}" destId="{2E991141-A080-4EBB-9DAC-D9045372EFF9}" srcOrd="0" destOrd="0" presId="urn:microsoft.com/office/officeart/2009/3/layout/HorizontalOrganizationChart"/>
    <dgm:cxn modelId="{640CE43A-9223-44A3-A2D8-A7524039A086}" type="presParOf" srcId="{2E991141-A080-4EBB-9DAC-D9045372EFF9}" destId="{D4831AEC-5BAD-4F13-9989-B5B1B5037024}" srcOrd="0" destOrd="0" presId="urn:microsoft.com/office/officeart/2009/3/layout/HorizontalOrganizationChart"/>
    <dgm:cxn modelId="{15B928DC-0A6C-43EC-B73D-C58B00ED61C0}" type="presParOf" srcId="{2E991141-A080-4EBB-9DAC-D9045372EFF9}" destId="{BE2526AF-953B-455A-A0B8-FF877F5C37E2}" srcOrd="1" destOrd="0" presId="urn:microsoft.com/office/officeart/2009/3/layout/HorizontalOrganizationChart"/>
    <dgm:cxn modelId="{B1F85878-C401-430A-A8E0-36BF0CF3A3ED}" type="presParOf" srcId="{EC10D799-0FAA-481A-B240-6FA06AACB814}" destId="{3D3FDFFE-58F3-47CD-8CAA-109848F7A498}" srcOrd="1" destOrd="0" presId="urn:microsoft.com/office/officeart/2009/3/layout/HorizontalOrganizationChart"/>
    <dgm:cxn modelId="{7DC32381-0D6D-4BCD-9F3C-B97215F18B57}" type="presParOf" srcId="{3D3FDFFE-58F3-47CD-8CAA-109848F7A498}" destId="{E1E3071C-A44C-4A14-B51B-0222DB44EF14}" srcOrd="0" destOrd="0" presId="urn:microsoft.com/office/officeart/2009/3/layout/HorizontalOrganizationChart"/>
    <dgm:cxn modelId="{3F9246AF-D714-4F69-8A11-1F3254CEF2C0}" type="presParOf" srcId="{3D3FDFFE-58F3-47CD-8CAA-109848F7A498}" destId="{850B7702-DC0A-493D-9CCF-EED82607F1E2}" srcOrd="1" destOrd="0" presId="urn:microsoft.com/office/officeart/2009/3/layout/HorizontalOrganizationChart"/>
    <dgm:cxn modelId="{9759B96F-F601-4A56-AA13-6CBDCB80BD67}" type="presParOf" srcId="{850B7702-DC0A-493D-9CCF-EED82607F1E2}" destId="{5FFA0F63-4467-4C5D-820F-D759724C1311}" srcOrd="0" destOrd="0" presId="urn:microsoft.com/office/officeart/2009/3/layout/HorizontalOrganizationChart"/>
    <dgm:cxn modelId="{32DF4A60-7C02-4115-9CA9-1A88E19A769C}" type="presParOf" srcId="{5FFA0F63-4467-4C5D-820F-D759724C1311}" destId="{D40E6052-1581-44F0-8FD5-40599DAACE65}" srcOrd="0" destOrd="0" presId="urn:microsoft.com/office/officeart/2009/3/layout/HorizontalOrganizationChart"/>
    <dgm:cxn modelId="{53AD32A1-18BE-4DCD-9B26-AD2BB810BB21}" type="presParOf" srcId="{5FFA0F63-4467-4C5D-820F-D759724C1311}" destId="{197D86FB-A635-4E10-8313-60E2854B851C}" srcOrd="1" destOrd="0" presId="urn:microsoft.com/office/officeart/2009/3/layout/HorizontalOrganizationChart"/>
    <dgm:cxn modelId="{E6676382-CFF3-4CFD-BA81-45E89E43B2D5}" type="presParOf" srcId="{850B7702-DC0A-493D-9CCF-EED82607F1E2}" destId="{1EA68C6A-4966-4DB1-B558-E1B46597E98F}" srcOrd="1" destOrd="0" presId="urn:microsoft.com/office/officeart/2009/3/layout/HorizontalOrganizationChart"/>
    <dgm:cxn modelId="{4842E0DB-0D04-4F90-9577-31E73B50E47C}" type="presParOf" srcId="{850B7702-DC0A-493D-9CCF-EED82607F1E2}" destId="{DA314B5B-283B-424A-8D51-F1CA77217CA2}" srcOrd="2" destOrd="0" presId="urn:microsoft.com/office/officeart/2009/3/layout/HorizontalOrganizationChart"/>
    <dgm:cxn modelId="{09D6D287-356B-488E-A150-D6498DEE970F}" type="presParOf" srcId="{3D3FDFFE-58F3-47CD-8CAA-109848F7A498}" destId="{FB92D653-EE36-49A0-863E-DE6A8D8F5615}" srcOrd="2" destOrd="0" presId="urn:microsoft.com/office/officeart/2009/3/layout/HorizontalOrganizationChart"/>
    <dgm:cxn modelId="{9608DF8F-BF0D-4A1F-94F9-11A65E5ED538}" type="presParOf" srcId="{3D3FDFFE-58F3-47CD-8CAA-109848F7A498}" destId="{B95947D5-ED26-41DA-8AAE-2F9B5A745186}" srcOrd="3" destOrd="0" presId="urn:microsoft.com/office/officeart/2009/3/layout/HorizontalOrganizationChart"/>
    <dgm:cxn modelId="{8664A341-C243-49F9-8B05-4CECE86C1E98}" type="presParOf" srcId="{B95947D5-ED26-41DA-8AAE-2F9B5A745186}" destId="{59B41688-DE00-47E9-B38F-6B9CBC454CE9}" srcOrd="0" destOrd="0" presId="urn:microsoft.com/office/officeart/2009/3/layout/HorizontalOrganizationChart"/>
    <dgm:cxn modelId="{FC67CBF1-2DA4-4915-BE01-05D5D00A0886}" type="presParOf" srcId="{59B41688-DE00-47E9-B38F-6B9CBC454CE9}" destId="{783F929D-1CCD-4B79-8F6A-B967B10E2A83}" srcOrd="0" destOrd="0" presId="urn:microsoft.com/office/officeart/2009/3/layout/HorizontalOrganizationChart"/>
    <dgm:cxn modelId="{1A043250-569E-4F46-B6D2-2F34C88E8A1C}" type="presParOf" srcId="{59B41688-DE00-47E9-B38F-6B9CBC454CE9}" destId="{186D841F-61CF-450D-9042-5A1B0204B30C}" srcOrd="1" destOrd="0" presId="urn:microsoft.com/office/officeart/2009/3/layout/HorizontalOrganizationChart"/>
    <dgm:cxn modelId="{95F3C198-1529-4D86-8977-8BFAF692971D}" type="presParOf" srcId="{B95947D5-ED26-41DA-8AAE-2F9B5A745186}" destId="{225B1F7F-D32E-4140-A289-4590BCB8DDA4}" srcOrd="1" destOrd="0" presId="urn:microsoft.com/office/officeart/2009/3/layout/HorizontalOrganizationChart"/>
    <dgm:cxn modelId="{A3444D2F-A24B-45FA-8C42-A51069603C8E}" type="presParOf" srcId="{B95947D5-ED26-41DA-8AAE-2F9B5A745186}" destId="{27D658CA-B4D6-476B-9699-0BC22A1CC1DF}" srcOrd="2" destOrd="0" presId="urn:microsoft.com/office/officeart/2009/3/layout/HorizontalOrganizationChart"/>
    <dgm:cxn modelId="{83E8FF90-58ED-4469-87C6-E5975DD3EA91}" type="presParOf" srcId="{EC10D799-0FAA-481A-B240-6FA06AACB814}" destId="{E2298017-881F-4243-AF5E-57B0257EC24F}" srcOrd="2" destOrd="0" presId="urn:microsoft.com/office/officeart/2009/3/layout/HorizontalOrganizationChart"/>
    <dgm:cxn modelId="{E97182C1-7180-4E8F-BAAC-0065DCE59068}" type="presParOf" srcId="{A85F5885-C035-46A1-A487-3EF18CDB9B4A}" destId="{C6F4A8B8-6CF4-4B18-B1CB-8365AA457B25}" srcOrd="2" destOrd="0" presId="urn:microsoft.com/office/officeart/2009/3/layout/HorizontalOrganizationChar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10C167F-8A4C-4DC7-B36E-BC16CDF0BF19}">
      <dsp:nvSpPr>
        <dsp:cNvPr id="0" name=""/>
        <dsp:cNvSpPr/>
      </dsp:nvSpPr>
      <dsp:spPr>
        <a:xfrm>
          <a:off x="0" y="0"/>
          <a:ext cx="11103582" cy="876300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710330A-351E-4868-9F1F-D5EB407FF355}">
      <dsp:nvSpPr>
        <dsp:cNvPr id="0" name=""/>
        <dsp:cNvSpPr/>
      </dsp:nvSpPr>
      <dsp:spPr>
        <a:xfrm>
          <a:off x="4879" y="0"/>
          <a:ext cx="3220472" cy="35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Version 1.0.0 February 2000</a:t>
          </a:r>
          <a:endParaRPr lang="en-IN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879" y="0"/>
        <a:ext cx="3220472" cy="350520"/>
      </dsp:txXfrm>
    </dsp:sp>
    <dsp:sp modelId="{1A987B80-A23E-4DEC-B0EB-E0C40711388D}">
      <dsp:nvSpPr>
        <dsp:cNvPr id="0" name=""/>
        <dsp:cNvSpPr/>
      </dsp:nvSpPr>
      <dsp:spPr>
        <a:xfrm>
          <a:off x="1571300" y="394335"/>
          <a:ext cx="87630" cy="87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6DCE8C1-B11C-41E1-B887-798FCCFA4B83}">
      <dsp:nvSpPr>
        <dsp:cNvPr id="0" name=""/>
        <dsp:cNvSpPr/>
      </dsp:nvSpPr>
      <dsp:spPr>
        <a:xfrm>
          <a:off x="3386375" y="525779"/>
          <a:ext cx="3220472" cy="35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t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Version 2.0.0 October 2004</a:t>
          </a:r>
          <a:endParaRPr lang="en-IN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86375" y="525779"/>
        <a:ext cx="3220472" cy="350520"/>
      </dsp:txXfrm>
    </dsp:sp>
    <dsp:sp modelId="{E5BFC27B-9F25-424F-9BD8-87486400E4BE}">
      <dsp:nvSpPr>
        <dsp:cNvPr id="0" name=""/>
        <dsp:cNvSpPr/>
      </dsp:nvSpPr>
      <dsp:spPr>
        <a:xfrm>
          <a:off x="4952796" y="394335"/>
          <a:ext cx="87630" cy="87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F175E5-E2D8-4BB1-852A-960420CF929B}">
      <dsp:nvSpPr>
        <dsp:cNvPr id="0" name=""/>
        <dsp:cNvSpPr/>
      </dsp:nvSpPr>
      <dsp:spPr>
        <a:xfrm>
          <a:off x="6767871" y="0"/>
          <a:ext cx="3220472" cy="3505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8016" tIns="128016" rIns="128016" bIns="128016" numCol="1" spcCol="1270" anchor="b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Version 4.6.0 May 2026</a:t>
          </a:r>
          <a:endParaRPr lang="en-IN" sz="18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67871" y="0"/>
        <a:ext cx="3220472" cy="350520"/>
      </dsp:txXfrm>
    </dsp:sp>
    <dsp:sp modelId="{1F3A9729-47C5-49EE-B8D6-792D3D6B326D}">
      <dsp:nvSpPr>
        <dsp:cNvPr id="0" name=""/>
        <dsp:cNvSpPr/>
      </dsp:nvSpPr>
      <dsp:spPr>
        <a:xfrm>
          <a:off x="8334293" y="394335"/>
          <a:ext cx="87630" cy="87630"/>
        </a:xfrm>
        <a:prstGeom prst="ellips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DA64B1A-9FBE-4EA4-BF99-5C8FED0417CC}">
      <dsp:nvSpPr>
        <dsp:cNvPr id="0" name=""/>
        <dsp:cNvSpPr/>
      </dsp:nvSpPr>
      <dsp:spPr>
        <a:xfrm>
          <a:off x="5157932" y="2025182"/>
          <a:ext cx="1132919" cy="1132919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R</a:t>
          </a:r>
          <a:endParaRPr lang="en-IN" sz="4800" kern="1200" dirty="0"/>
        </a:p>
      </dsp:txBody>
      <dsp:txXfrm>
        <a:off x="5323844" y="2191094"/>
        <a:ext cx="801095" cy="801095"/>
      </dsp:txXfrm>
    </dsp:sp>
    <dsp:sp modelId="{53BFB743-9252-4E10-AA7B-1A830D550563}">
      <dsp:nvSpPr>
        <dsp:cNvPr id="0" name=""/>
        <dsp:cNvSpPr/>
      </dsp:nvSpPr>
      <dsp:spPr>
        <a:xfrm rot="16200000">
          <a:off x="5531782" y="1428104"/>
          <a:ext cx="385219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5589565" y="1583714"/>
        <a:ext cx="269653" cy="293479"/>
      </dsp:txXfrm>
    </dsp:sp>
    <dsp:sp modelId="{3FF43204-2822-4252-9F72-013553BB47EE}">
      <dsp:nvSpPr>
        <dsp:cNvPr id="0" name=""/>
        <dsp:cNvSpPr/>
      </dsp:nvSpPr>
      <dsp:spPr>
        <a:xfrm>
          <a:off x="5077009" y="3588"/>
          <a:ext cx="1294765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Available for almost all operating systems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266623" y="193202"/>
        <a:ext cx="915537" cy="915537"/>
      </dsp:txXfrm>
    </dsp:sp>
    <dsp:sp modelId="{0AFF2B97-CBF8-49B0-8803-1B497C045EAE}">
      <dsp:nvSpPr>
        <dsp:cNvPr id="0" name=""/>
        <dsp:cNvSpPr/>
      </dsp:nvSpPr>
      <dsp:spPr>
        <a:xfrm rot="19285714">
          <a:off x="6250263" y="1774106"/>
          <a:ext cx="385219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6262869" y="1907960"/>
        <a:ext cx="269653" cy="293479"/>
      </dsp:txXfrm>
    </dsp:sp>
    <dsp:sp modelId="{96A5D3AF-99F4-4DCA-ADC4-6F90D526E2E4}">
      <dsp:nvSpPr>
        <dsp:cNvPr id="0" name=""/>
        <dsp:cNvSpPr/>
      </dsp:nvSpPr>
      <dsp:spPr>
        <a:xfrm>
          <a:off x="6594287" y="734271"/>
          <a:ext cx="1294765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Lingua franca of the statistical community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783901" y="923885"/>
        <a:ext cx="915537" cy="915537"/>
      </dsp:txXfrm>
    </dsp:sp>
    <dsp:sp modelId="{0CAF42F6-83FB-4A79-BD0A-6D4EC1454978}">
      <dsp:nvSpPr>
        <dsp:cNvPr id="0" name=""/>
        <dsp:cNvSpPr/>
      </dsp:nvSpPr>
      <dsp:spPr>
        <a:xfrm rot="771429">
          <a:off x="6427713" y="2551566"/>
          <a:ext cx="385219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6429162" y="2636535"/>
        <a:ext cx="269653" cy="293479"/>
      </dsp:txXfrm>
    </dsp:sp>
    <dsp:sp modelId="{2AEC0816-192F-47F6-BFFA-76CE1F42B5AC}">
      <dsp:nvSpPr>
        <dsp:cNvPr id="0" name=""/>
        <dsp:cNvSpPr/>
      </dsp:nvSpPr>
      <dsp:spPr>
        <a:xfrm>
          <a:off x="6969023" y="2376100"/>
          <a:ext cx="1294765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State-of-the-art graphics capabilities</a:t>
          </a:r>
          <a:endParaRPr lang="en-IN" sz="1400" kern="1200" dirty="0"/>
        </a:p>
      </dsp:txBody>
      <dsp:txXfrm>
        <a:off x="7158637" y="2565714"/>
        <a:ext cx="915537" cy="915537"/>
      </dsp:txXfrm>
    </dsp:sp>
    <dsp:sp modelId="{252AC52B-3151-4140-8321-E84ACB97CB2A}">
      <dsp:nvSpPr>
        <dsp:cNvPr id="0" name=""/>
        <dsp:cNvSpPr/>
      </dsp:nvSpPr>
      <dsp:spPr>
        <a:xfrm rot="3857143">
          <a:off x="5930509" y="3175041"/>
          <a:ext cx="385219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>
        <a:off x="5963221" y="3220807"/>
        <a:ext cx="269653" cy="293479"/>
      </dsp:txXfrm>
    </dsp:sp>
    <dsp:sp modelId="{238B2AFD-550F-4281-9167-DF2CA83179AE}">
      <dsp:nvSpPr>
        <dsp:cNvPr id="0" name=""/>
        <dsp:cNvSpPr/>
      </dsp:nvSpPr>
      <dsp:spPr>
        <a:xfrm>
          <a:off x="5919034" y="3692744"/>
          <a:ext cx="1294765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General purpose programming language</a:t>
          </a:r>
          <a:endParaRPr lang="en-IN" sz="1400" kern="1200" dirty="0"/>
        </a:p>
      </dsp:txBody>
      <dsp:txXfrm>
        <a:off x="6108648" y="3882358"/>
        <a:ext cx="915537" cy="915537"/>
      </dsp:txXfrm>
    </dsp:sp>
    <dsp:sp modelId="{6FE2D469-7B92-450A-921F-AC8186B5157D}">
      <dsp:nvSpPr>
        <dsp:cNvPr id="0" name=""/>
        <dsp:cNvSpPr/>
      </dsp:nvSpPr>
      <dsp:spPr>
        <a:xfrm rot="6942857">
          <a:off x="5133055" y="3175041"/>
          <a:ext cx="385219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 rot="10800000">
        <a:off x="5215909" y="3220807"/>
        <a:ext cx="269653" cy="293479"/>
      </dsp:txXfrm>
    </dsp:sp>
    <dsp:sp modelId="{5D751F79-F3CF-4754-9524-FF87234ECFA6}">
      <dsp:nvSpPr>
        <dsp:cNvPr id="0" name=""/>
        <dsp:cNvSpPr/>
      </dsp:nvSpPr>
      <dsp:spPr>
        <a:xfrm>
          <a:off x="4234983" y="3692744"/>
          <a:ext cx="1294765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Contains advanced statistical routines </a:t>
          </a:r>
          <a:endParaRPr lang="en-IN" sz="1400" kern="1200" dirty="0"/>
        </a:p>
      </dsp:txBody>
      <dsp:txXfrm>
        <a:off x="4424597" y="3882358"/>
        <a:ext cx="915537" cy="915537"/>
      </dsp:txXfrm>
    </dsp:sp>
    <dsp:sp modelId="{C4589418-2A38-4F3C-BE28-5A4033C66604}">
      <dsp:nvSpPr>
        <dsp:cNvPr id="0" name=""/>
        <dsp:cNvSpPr/>
      </dsp:nvSpPr>
      <dsp:spPr>
        <a:xfrm rot="10028571">
          <a:off x="4701712" y="2541933"/>
          <a:ext cx="337910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 rot="10800000">
        <a:off x="4801814" y="2628481"/>
        <a:ext cx="236537" cy="293479"/>
      </dsp:txXfrm>
    </dsp:sp>
    <dsp:sp modelId="{ED734B32-2211-4C64-A210-163D05B438C4}">
      <dsp:nvSpPr>
        <dsp:cNvPr id="0" name=""/>
        <dsp:cNvSpPr/>
      </dsp:nvSpPr>
      <dsp:spPr>
        <a:xfrm>
          <a:off x="3090010" y="2376100"/>
          <a:ext cx="1484733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200" kern="1200" dirty="0"/>
            <a:t>Good online documentation &amp; vibrant user community</a:t>
          </a:r>
          <a:endParaRPr lang="en-IN" sz="1200" kern="1200" dirty="0"/>
        </a:p>
      </dsp:txBody>
      <dsp:txXfrm>
        <a:off x="3307444" y="2565714"/>
        <a:ext cx="1049865" cy="915537"/>
      </dsp:txXfrm>
    </dsp:sp>
    <dsp:sp modelId="{22542E05-A253-4789-855A-6F6F4FF19DDE}">
      <dsp:nvSpPr>
        <dsp:cNvPr id="0" name=""/>
        <dsp:cNvSpPr/>
      </dsp:nvSpPr>
      <dsp:spPr>
        <a:xfrm rot="13114286">
          <a:off x="4829163" y="1781552"/>
          <a:ext cx="372168" cy="489133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dk2">
                <a:tint val="60000"/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tint val="60000"/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tint val="60000"/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2100" kern="1200"/>
        </a:p>
      </dsp:txBody>
      <dsp:txXfrm rot="10800000">
        <a:off x="4928634" y="1914185"/>
        <a:ext cx="260518" cy="293479"/>
      </dsp:txXfrm>
    </dsp:sp>
    <dsp:sp modelId="{5D8AA3A5-D7C4-4B1F-8E8F-CA3BDC558373}">
      <dsp:nvSpPr>
        <dsp:cNvPr id="0" name=""/>
        <dsp:cNvSpPr/>
      </dsp:nvSpPr>
      <dsp:spPr>
        <a:xfrm>
          <a:off x="3517903" y="734271"/>
          <a:ext cx="1378420" cy="1294765"/>
        </a:xfrm>
        <a:prstGeom prst="ellipse">
          <a:avLst/>
        </a:prstGeom>
        <a:gradFill rotWithShape="0">
          <a:gsLst>
            <a:gs pos="0">
              <a:schemeClr val="dk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dk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dk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Free</a:t>
          </a:r>
          <a:endParaRPr lang="en-IN" sz="14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719768" y="923885"/>
        <a:ext cx="974690" cy="91553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17E81D4-7BAB-490B-AE58-FCBC7F98311A}">
      <dsp:nvSpPr>
        <dsp:cNvPr id="0" name=""/>
        <dsp:cNvSpPr/>
      </dsp:nvSpPr>
      <dsp:spPr>
        <a:xfrm>
          <a:off x="7210" y="1881910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 System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41317" y="1916017"/>
        <a:ext cx="2260780" cy="1096283"/>
      </dsp:txXfrm>
    </dsp:sp>
    <dsp:sp modelId="{787C2763-1BAF-4850-9267-946249299483}">
      <dsp:nvSpPr>
        <dsp:cNvPr id="0" name=""/>
        <dsp:cNvSpPr/>
      </dsp:nvSpPr>
      <dsp:spPr>
        <a:xfrm rot="18770822">
          <a:off x="2117049" y="1937360"/>
          <a:ext cx="1369909" cy="49218"/>
        </a:xfrm>
        <a:custGeom>
          <a:avLst/>
          <a:gdLst/>
          <a:ahLst/>
          <a:cxnLst/>
          <a:rect l="0" t="0" r="0" b="0"/>
          <a:pathLst>
            <a:path>
              <a:moveTo>
                <a:pt x="0" y="24609"/>
              </a:moveTo>
              <a:lnTo>
                <a:pt x="1369909" y="2460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67756" y="1927722"/>
        <a:ext cx="68495" cy="68495"/>
      </dsp:txXfrm>
    </dsp:sp>
    <dsp:sp modelId="{E6F0E750-20E7-452E-87AF-8A3F78273D59}">
      <dsp:nvSpPr>
        <dsp:cNvPr id="0" name=""/>
        <dsp:cNvSpPr/>
      </dsp:nvSpPr>
      <dsp:spPr>
        <a:xfrm>
          <a:off x="3267802" y="877531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“base” R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1909" y="911638"/>
        <a:ext cx="2260780" cy="1096283"/>
      </dsp:txXfrm>
    </dsp:sp>
    <dsp:sp modelId="{45AC98BD-EE3B-4F91-958B-7830FE277853}">
      <dsp:nvSpPr>
        <dsp:cNvPr id="0" name=""/>
        <dsp:cNvSpPr/>
      </dsp:nvSpPr>
      <dsp:spPr>
        <a:xfrm rot="19457599">
          <a:off x="5488963" y="1100378"/>
          <a:ext cx="1147266" cy="49218"/>
        </a:xfrm>
        <a:custGeom>
          <a:avLst/>
          <a:gdLst/>
          <a:ahLst/>
          <a:cxnLst/>
          <a:rect l="0" t="0" r="0" b="0"/>
          <a:pathLst>
            <a:path>
              <a:moveTo>
                <a:pt x="0" y="24609"/>
              </a:moveTo>
              <a:lnTo>
                <a:pt x="1147266" y="2460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033914" y="1096305"/>
        <a:ext cx="57363" cy="57363"/>
      </dsp:txXfrm>
    </dsp:sp>
    <dsp:sp modelId="{D0492762-53E7-4AA9-BDB9-4707EBFBA418}">
      <dsp:nvSpPr>
        <dsp:cNvPr id="0" name=""/>
        <dsp:cNvSpPr/>
      </dsp:nvSpPr>
      <dsp:spPr>
        <a:xfrm>
          <a:off x="6528395" y="207945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“base” package and other fundamental packages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2502" y="242052"/>
        <a:ext cx="2260780" cy="1096283"/>
      </dsp:txXfrm>
    </dsp:sp>
    <dsp:sp modelId="{6A2A2BD2-852E-41D8-A404-26AC8AC7CBE3}">
      <dsp:nvSpPr>
        <dsp:cNvPr id="0" name=""/>
        <dsp:cNvSpPr/>
      </dsp:nvSpPr>
      <dsp:spPr>
        <a:xfrm rot="2142401">
          <a:off x="5488963" y="1769964"/>
          <a:ext cx="1147266" cy="49218"/>
        </a:xfrm>
        <a:custGeom>
          <a:avLst/>
          <a:gdLst/>
          <a:ahLst/>
          <a:cxnLst/>
          <a:rect l="0" t="0" r="0" b="0"/>
          <a:pathLst>
            <a:path>
              <a:moveTo>
                <a:pt x="0" y="24609"/>
              </a:moveTo>
              <a:lnTo>
                <a:pt x="1147266" y="2460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033914" y="1765891"/>
        <a:ext cx="57363" cy="57363"/>
      </dsp:txXfrm>
    </dsp:sp>
    <dsp:sp modelId="{0D5D2167-2317-475C-B435-2190AFF1B188}">
      <dsp:nvSpPr>
        <dsp:cNvPr id="0" name=""/>
        <dsp:cNvSpPr/>
      </dsp:nvSpPr>
      <dsp:spPr>
        <a:xfrm>
          <a:off x="6528395" y="1547117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Recommended packages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2502" y="1581224"/>
        <a:ext cx="2260780" cy="1096283"/>
      </dsp:txXfrm>
    </dsp:sp>
    <dsp:sp modelId="{5129AE67-6D6C-4632-A7F7-FA8E4B0E2602}">
      <dsp:nvSpPr>
        <dsp:cNvPr id="0" name=""/>
        <dsp:cNvSpPr/>
      </dsp:nvSpPr>
      <dsp:spPr>
        <a:xfrm rot="2829178">
          <a:off x="2117049" y="2941739"/>
          <a:ext cx="1369909" cy="49218"/>
        </a:xfrm>
        <a:custGeom>
          <a:avLst/>
          <a:gdLst/>
          <a:ahLst/>
          <a:cxnLst/>
          <a:rect l="0" t="0" r="0" b="0"/>
          <a:pathLst>
            <a:path>
              <a:moveTo>
                <a:pt x="0" y="24609"/>
              </a:moveTo>
              <a:lnTo>
                <a:pt x="1369909" y="24609"/>
              </a:lnTo>
            </a:path>
          </a:pathLst>
        </a:custGeom>
        <a:noFill/>
        <a:ln w="12700" cap="flat" cmpd="sng" algn="ctr">
          <a:solidFill>
            <a:schemeClr val="dk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2767756" y="2932101"/>
        <a:ext cx="68495" cy="68495"/>
      </dsp:txXfrm>
    </dsp:sp>
    <dsp:sp modelId="{9DBFDF57-F7B5-4BE2-A688-5DED17147F92}">
      <dsp:nvSpPr>
        <dsp:cNvPr id="0" name=""/>
        <dsp:cNvSpPr/>
      </dsp:nvSpPr>
      <dsp:spPr>
        <a:xfrm>
          <a:off x="3267802" y="2886289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Everything else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301909" y="2920396"/>
        <a:ext cx="2260780" cy="1096283"/>
      </dsp:txXfrm>
    </dsp:sp>
    <dsp:sp modelId="{9BDF1498-EC2F-4C8C-B1F1-8254678F682F}">
      <dsp:nvSpPr>
        <dsp:cNvPr id="0" name=""/>
        <dsp:cNvSpPr/>
      </dsp:nvSpPr>
      <dsp:spPr>
        <a:xfrm>
          <a:off x="5596797" y="3443929"/>
          <a:ext cx="931597" cy="49218"/>
        </a:xfrm>
        <a:custGeom>
          <a:avLst/>
          <a:gdLst/>
          <a:ahLst/>
          <a:cxnLst/>
          <a:rect l="0" t="0" r="0" b="0"/>
          <a:pathLst>
            <a:path>
              <a:moveTo>
                <a:pt x="0" y="24609"/>
              </a:moveTo>
              <a:lnTo>
                <a:pt x="931597" y="24609"/>
              </a:lnTo>
            </a:path>
          </a:pathLst>
        </a:custGeom>
        <a:noFill/>
        <a:ln w="1270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700" tIns="0" rIns="12700" bIns="0" numCol="1" spcCol="1270" anchor="ctr" anchorCtr="0">
          <a:noAutofit/>
        </a:bodyPr>
        <a:lstStyle/>
        <a:p>
          <a:pPr marL="0" lvl="0" indent="0" algn="ctr" defTabSz="222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500" kern="1200"/>
        </a:p>
      </dsp:txBody>
      <dsp:txXfrm>
        <a:off x="6039306" y="3445248"/>
        <a:ext cx="46579" cy="46579"/>
      </dsp:txXfrm>
    </dsp:sp>
    <dsp:sp modelId="{891EF94C-A29A-43F2-85AA-06FAF435E281}">
      <dsp:nvSpPr>
        <dsp:cNvPr id="0" name=""/>
        <dsp:cNvSpPr/>
      </dsp:nvSpPr>
      <dsp:spPr>
        <a:xfrm>
          <a:off x="6528395" y="2886289"/>
          <a:ext cx="2328994" cy="11644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430" tIns="11430" rIns="11430" bIns="1143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 Other remaining packages</a:t>
          </a:r>
          <a:endParaRPr lang="en-IN" sz="1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6562502" y="2920396"/>
        <a:ext cx="2260780" cy="109628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0B379FD-0C96-4C53-98F7-CD6498A96469}">
      <dsp:nvSpPr>
        <dsp:cNvPr id="0" name=""/>
        <dsp:cNvSpPr/>
      </dsp:nvSpPr>
      <dsp:spPr>
        <a:xfrm>
          <a:off x="826" y="1220017"/>
          <a:ext cx="2195456" cy="10977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Creation</a:t>
          </a:r>
          <a:endParaRPr lang="en-IN" sz="3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2977" y="1252168"/>
        <a:ext cx="2131154" cy="1033426"/>
      </dsp:txXfrm>
    </dsp:sp>
    <dsp:sp modelId="{F31C2EAE-5F72-44C2-AC2B-D2CE850CD1B9}">
      <dsp:nvSpPr>
        <dsp:cNvPr id="0" name=""/>
        <dsp:cNvSpPr/>
      </dsp:nvSpPr>
      <dsp:spPr>
        <a:xfrm rot="19720241">
          <a:off x="2455253" y="1309289"/>
          <a:ext cx="990323" cy="384204"/>
        </a:xfrm>
        <a:prstGeom prst="right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2570514" y="1386130"/>
        <a:ext cx="759801" cy="230522"/>
      </dsp:txXfrm>
    </dsp:sp>
    <dsp:sp modelId="{ED27EF35-E960-4C3E-834F-BBF1A7069720}">
      <dsp:nvSpPr>
        <dsp:cNvPr id="0" name=""/>
        <dsp:cNvSpPr/>
      </dsp:nvSpPr>
      <dsp:spPr>
        <a:xfrm>
          <a:off x="3591887" y="2635255"/>
          <a:ext cx="2195456" cy="10977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Input</a:t>
          </a:r>
          <a:endParaRPr lang="en-IN" sz="3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24038" y="2667406"/>
        <a:ext cx="2131154" cy="1033426"/>
      </dsp:txXfrm>
    </dsp:sp>
    <dsp:sp modelId="{9B9F453A-0718-4F00-BBD4-EB3F046CA0FF}">
      <dsp:nvSpPr>
        <dsp:cNvPr id="0" name=""/>
        <dsp:cNvSpPr/>
      </dsp:nvSpPr>
      <dsp:spPr>
        <a:xfrm rot="16208942">
          <a:off x="4223854" y="1849506"/>
          <a:ext cx="990323" cy="384204"/>
        </a:xfrm>
        <a:prstGeom prst="leftRightArrow">
          <a:avLst>
            <a:gd name="adj1" fmla="val 60000"/>
            <a:gd name="adj2" fmla="val 50000"/>
          </a:avLst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>
        <a:off x="4339115" y="1926347"/>
        <a:ext cx="759801" cy="230522"/>
      </dsp:txXfrm>
    </dsp:sp>
    <dsp:sp modelId="{ADD4219B-94D8-4C45-80E0-882263E94C94}">
      <dsp:nvSpPr>
        <dsp:cNvPr id="0" name=""/>
        <dsp:cNvSpPr/>
      </dsp:nvSpPr>
      <dsp:spPr>
        <a:xfrm>
          <a:off x="3597962" y="299627"/>
          <a:ext cx="2195456" cy="1097728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118110" tIns="118110" rIns="118110" bIns="11811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1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Structure</a:t>
          </a:r>
          <a:endParaRPr lang="en-IN" sz="31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30113" y="331778"/>
        <a:ext cx="2131154" cy="1033426"/>
      </dsp:txXfrm>
    </dsp:sp>
    <dsp:sp modelId="{8EBA8C49-1FFF-432F-949C-0A72E0CB3266}">
      <dsp:nvSpPr>
        <dsp:cNvPr id="0" name=""/>
        <dsp:cNvSpPr/>
      </dsp:nvSpPr>
      <dsp:spPr>
        <a:xfrm rot="12173557">
          <a:off x="2491971" y="2177615"/>
          <a:ext cx="990323" cy="384204"/>
        </a:xfrm>
        <a:prstGeom prst="left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IN" sz="1600" kern="1200"/>
        </a:p>
      </dsp:txBody>
      <dsp:txXfrm rot="10800000">
        <a:off x="2607232" y="2254456"/>
        <a:ext cx="759801" cy="230522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8901F1A-E3DC-48B7-8E72-8DFB72631257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12600000"/>
            <a:gd name="adj2" fmla="val 162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F120091-B027-4D9F-A6EA-C87F2F054CE8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9000000"/>
            <a:gd name="adj2" fmla="val 126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AE59FA0-6842-4601-BDBC-9A75F20A5605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5400000"/>
            <a:gd name="adj2" fmla="val 90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D0FFDD-49C3-428C-8CCD-E76370561A1E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1800000"/>
            <a:gd name="adj2" fmla="val 54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9411E72-64C2-45EC-AAD4-9F219775AAA3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19800000"/>
            <a:gd name="adj2" fmla="val 18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3F9FD-E9E6-4EDA-B562-CA95F5092C46}">
      <dsp:nvSpPr>
        <dsp:cNvPr id="0" name=""/>
        <dsp:cNvSpPr/>
      </dsp:nvSpPr>
      <dsp:spPr>
        <a:xfrm>
          <a:off x="683982" y="531582"/>
          <a:ext cx="3648534" cy="3648534"/>
        </a:xfrm>
        <a:prstGeom prst="blockArc">
          <a:avLst>
            <a:gd name="adj1" fmla="val 16200000"/>
            <a:gd name="adj2" fmla="val 19800000"/>
            <a:gd name="adj3" fmla="val 4507"/>
          </a:avLst>
        </a:prstGeom>
        <a:solidFill>
          <a:schemeClr val="accent2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FDB3054-CF9D-4F3A-B4E4-7A351920FAC3}">
      <dsp:nvSpPr>
        <dsp:cNvPr id="0" name=""/>
        <dsp:cNvSpPr/>
      </dsp:nvSpPr>
      <dsp:spPr>
        <a:xfrm>
          <a:off x="1692578" y="1540178"/>
          <a:ext cx="1631342" cy="1631342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R Objects</a:t>
          </a:r>
          <a:endParaRPr lang="en-IN" sz="20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1931483" y="1779083"/>
        <a:ext cx="1153532" cy="1153532"/>
      </dsp:txXfrm>
    </dsp:sp>
    <dsp:sp modelId="{90211B91-1603-4E39-8A9E-144675521A16}">
      <dsp:nvSpPr>
        <dsp:cNvPr id="0" name=""/>
        <dsp:cNvSpPr/>
      </dsp:nvSpPr>
      <dsp:spPr>
        <a:xfrm>
          <a:off x="1937280" y="1722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Constants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4513" y="168955"/>
        <a:ext cx="807473" cy="807473"/>
      </dsp:txXfrm>
    </dsp:sp>
    <dsp:sp modelId="{FAB3AB24-6211-48F6-90D5-78FBDF836D77}">
      <dsp:nvSpPr>
        <dsp:cNvPr id="0" name=""/>
        <dsp:cNvSpPr/>
      </dsp:nvSpPr>
      <dsp:spPr>
        <a:xfrm>
          <a:off x="3481539" y="893301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Special Symbols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48772" y="1060534"/>
        <a:ext cx="807473" cy="807473"/>
      </dsp:txXfrm>
    </dsp:sp>
    <dsp:sp modelId="{3BA939BA-A379-4E56-8CF6-CC9603AF4D18}">
      <dsp:nvSpPr>
        <dsp:cNvPr id="0" name=""/>
        <dsp:cNvSpPr/>
      </dsp:nvSpPr>
      <dsp:spPr>
        <a:xfrm>
          <a:off x="3481539" y="2676458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Data Structures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648772" y="2843691"/>
        <a:ext cx="807473" cy="807473"/>
      </dsp:txXfrm>
    </dsp:sp>
    <dsp:sp modelId="{7452A5DF-3E09-4170-9838-E9282DDA7F37}">
      <dsp:nvSpPr>
        <dsp:cNvPr id="0" name=""/>
        <dsp:cNvSpPr/>
      </dsp:nvSpPr>
      <dsp:spPr>
        <a:xfrm>
          <a:off x="1937280" y="3568037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Predefined things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104513" y="3735270"/>
        <a:ext cx="807473" cy="807473"/>
      </dsp:txXfrm>
    </dsp:sp>
    <dsp:sp modelId="{C557D5BF-E4CB-4C87-8B2D-4EDD854D080E}">
      <dsp:nvSpPr>
        <dsp:cNvPr id="0" name=""/>
        <dsp:cNvSpPr/>
      </dsp:nvSpPr>
      <dsp:spPr>
        <a:xfrm>
          <a:off x="393020" y="2676458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Functions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0253" y="2843691"/>
        <a:ext cx="807473" cy="807473"/>
      </dsp:txXfrm>
    </dsp:sp>
    <dsp:sp modelId="{8D894B9B-9C7D-4865-ADDD-531DB0689F20}">
      <dsp:nvSpPr>
        <dsp:cNvPr id="0" name=""/>
        <dsp:cNvSpPr/>
      </dsp:nvSpPr>
      <dsp:spPr>
        <a:xfrm>
          <a:off x="393020" y="893301"/>
          <a:ext cx="1141939" cy="1141939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Graphs</a:t>
          </a:r>
          <a:endParaRPr lang="en-IN" sz="1400" b="1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0253" y="1060534"/>
        <a:ext cx="807473" cy="807473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B92D653-EE36-49A0-863E-DE6A8D8F5615}">
      <dsp:nvSpPr>
        <dsp:cNvPr id="0" name=""/>
        <dsp:cNvSpPr/>
      </dsp:nvSpPr>
      <dsp:spPr>
        <a:xfrm>
          <a:off x="5144034" y="3178164"/>
          <a:ext cx="467352" cy="502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3676" y="0"/>
              </a:lnTo>
              <a:lnTo>
                <a:pt x="233676" y="502404"/>
              </a:lnTo>
              <a:lnTo>
                <a:pt x="467352" y="50240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1E3071C-A44C-4A14-B51B-0222DB44EF14}">
      <dsp:nvSpPr>
        <dsp:cNvPr id="0" name=""/>
        <dsp:cNvSpPr/>
      </dsp:nvSpPr>
      <dsp:spPr>
        <a:xfrm>
          <a:off x="5144034" y="2675760"/>
          <a:ext cx="467352" cy="502404"/>
        </a:xfrm>
        <a:custGeom>
          <a:avLst/>
          <a:gdLst/>
          <a:ahLst/>
          <a:cxnLst/>
          <a:rect l="0" t="0" r="0" b="0"/>
          <a:pathLst>
            <a:path>
              <a:moveTo>
                <a:pt x="0" y="502404"/>
              </a:moveTo>
              <a:lnTo>
                <a:pt x="233676" y="502404"/>
              </a:lnTo>
              <a:lnTo>
                <a:pt x="233676" y="0"/>
              </a:lnTo>
              <a:lnTo>
                <a:pt x="467352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1328F0-9CA7-42FA-A786-E2E865DF598D}">
      <dsp:nvSpPr>
        <dsp:cNvPr id="0" name=""/>
        <dsp:cNvSpPr/>
      </dsp:nvSpPr>
      <dsp:spPr>
        <a:xfrm>
          <a:off x="2339918" y="2173356"/>
          <a:ext cx="467352" cy="100480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3676" y="0"/>
              </a:lnTo>
              <a:lnTo>
                <a:pt x="233676" y="1004808"/>
              </a:lnTo>
              <a:lnTo>
                <a:pt x="467352" y="1004808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5D3D611-BDE2-4737-B027-275AC16FA563}">
      <dsp:nvSpPr>
        <dsp:cNvPr id="0" name=""/>
        <dsp:cNvSpPr/>
      </dsp:nvSpPr>
      <dsp:spPr>
        <a:xfrm>
          <a:off x="5144034" y="1168548"/>
          <a:ext cx="467352" cy="5024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233676" y="0"/>
              </a:lnTo>
              <a:lnTo>
                <a:pt x="233676" y="502404"/>
              </a:lnTo>
              <a:lnTo>
                <a:pt x="467352" y="502404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E9498EF-F823-4BCF-8CA5-CFCE2C7BBBDD}">
      <dsp:nvSpPr>
        <dsp:cNvPr id="0" name=""/>
        <dsp:cNvSpPr/>
      </dsp:nvSpPr>
      <dsp:spPr>
        <a:xfrm>
          <a:off x="5144034" y="666144"/>
          <a:ext cx="467352" cy="502404"/>
        </a:xfrm>
        <a:custGeom>
          <a:avLst/>
          <a:gdLst/>
          <a:ahLst/>
          <a:cxnLst/>
          <a:rect l="0" t="0" r="0" b="0"/>
          <a:pathLst>
            <a:path>
              <a:moveTo>
                <a:pt x="0" y="502404"/>
              </a:moveTo>
              <a:lnTo>
                <a:pt x="233676" y="502404"/>
              </a:lnTo>
              <a:lnTo>
                <a:pt x="233676" y="0"/>
              </a:lnTo>
              <a:lnTo>
                <a:pt x="467352" y="0"/>
              </a:lnTo>
            </a:path>
          </a:pathLst>
        </a:custGeom>
        <a:noFill/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838A0E-2E2A-4F90-8328-DB2CA1F92915}">
      <dsp:nvSpPr>
        <dsp:cNvPr id="0" name=""/>
        <dsp:cNvSpPr/>
      </dsp:nvSpPr>
      <dsp:spPr>
        <a:xfrm>
          <a:off x="2339918" y="1168548"/>
          <a:ext cx="467352" cy="1004808"/>
        </a:xfrm>
        <a:custGeom>
          <a:avLst/>
          <a:gdLst/>
          <a:ahLst/>
          <a:cxnLst/>
          <a:rect l="0" t="0" r="0" b="0"/>
          <a:pathLst>
            <a:path>
              <a:moveTo>
                <a:pt x="0" y="1004808"/>
              </a:moveTo>
              <a:lnTo>
                <a:pt x="233676" y="1004808"/>
              </a:lnTo>
              <a:lnTo>
                <a:pt x="233676" y="0"/>
              </a:lnTo>
              <a:lnTo>
                <a:pt x="467352" y="0"/>
              </a:lnTo>
            </a:path>
          </a:pathLst>
        </a:custGeom>
        <a:noFill/>
        <a:ln w="127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766035-27A7-44B9-A3E1-863D1C03BEEF}">
      <dsp:nvSpPr>
        <dsp:cNvPr id="0" name=""/>
        <dsp:cNvSpPr/>
      </dsp:nvSpPr>
      <dsp:spPr>
        <a:xfrm>
          <a:off x="3154" y="1817000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Variables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3154" y="1817000"/>
        <a:ext cx="2336763" cy="712712"/>
      </dsp:txXfrm>
    </dsp:sp>
    <dsp:sp modelId="{A8528D35-2473-4F30-AC6C-E83EE8F9BD98}">
      <dsp:nvSpPr>
        <dsp:cNvPr id="0" name=""/>
        <dsp:cNvSpPr/>
      </dsp:nvSpPr>
      <dsp:spPr>
        <a:xfrm>
          <a:off x="2807270" y="812191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Qualitative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7270" y="812191"/>
        <a:ext cx="2336763" cy="712712"/>
      </dsp:txXfrm>
    </dsp:sp>
    <dsp:sp modelId="{C0EF3BB0-8DFD-467A-A4B1-70898A635FCA}">
      <dsp:nvSpPr>
        <dsp:cNvPr id="0" name=""/>
        <dsp:cNvSpPr/>
      </dsp:nvSpPr>
      <dsp:spPr>
        <a:xfrm>
          <a:off x="5611386" y="309787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Nominal 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1386" y="309787"/>
        <a:ext cx="2336763" cy="712712"/>
      </dsp:txXfrm>
    </dsp:sp>
    <dsp:sp modelId="{C250DED7-EF78-491E-B679-3DA122507F33}">
      <dsp:nvSpPr>
        <dsp:cNvPr id="0" name=""/>
        <dsp:cNvSpPr/>
      </dsp:nvSpPr>
      <dsp:spPr>
        <a:xfrm>
          <a:off x="5611386" y="1314595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Ordinal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1386" y="1314595"/>
        <a:ext cx="2336763" cy="712712"/>
      </dsp:txXfrm>
    </dsp:sp>
    <dsp:sp modelId="{D4831AEC-5BAD-4F13-9989-B5B1B5037024}">
      <dsp:nvSpPr>
        <dsp:cNvPr id="0" name=""/>
        <dsp:cNvSpPr/>
      </dsp:nvSpPr>
      <dsp:spPr>
        <a:xfrm>
          <a:off x="2807270" y="2821808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Quantitative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807270" y="2821808"/>
        <a:ext cx="2336763" cy="712712"/>
      </dsp:txXfrm>
    </dsp:sp>
    <dsp:sp modelId="{D40E6052-1581-44F0-8FD5-40599DAACE65}">
      <dsp:nvSpPr>
        <dsp:cNvPr id="0" name=""/>
        <dsp:cNvSpPr/>
      </dsp:nvSpPr>
      <dsp:spPr>
        <a:xfrm>
          <a:off x="5611386" y="2319404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Continuous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1386" y="2319404"/>
        <a:ext cx="2336763" cy="712712"/>
      </dsp:txXfrm>
    </dsp:sp>
    <dsp:sp modelId="{783F929D-1CCD-4B79-8F6A-B967B10E2A83}">
      <dsp:nvSpPr>
        <dsp:cNvPr id="0" name=""/>
        <dsp:cNvSpPr/>
      </dsp:nvSpPr>
      <dsp:spPr>
        <a:xfrm>
          <a:off x="5611386" y="3324212"/>
          <a:ext cx="2336763" cy="712712"/>
        </a:xfrm>
        <a:prstGeom prst="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Times New Roman" panose="02020603050405020304" pitchFamily="18" charset="0"/>
              <a:cs typeface="Times New Roman" panose="02020603050405020304" pitchFamily="18" charset="0"/>
            </a:rPr>
            <a:t>Discrete</a:t>
          </a:r>
          <a:endParaRPr lang="en-IN" sz="2800" kern="1200" dirty="0"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611386" y="3324212"/>
        <a:ext cx="2336763" cy="712712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5">
  <dgm:title val=""/>
  <dgm:desc val=""/>
  <dgm:catLst>
    <dgm:cat type="relationship" pri="23000"/>
    <dgm:cat type="cycle" pri="1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  <dgm:param type="ctrShpMap" val="fNode"/>
        </dgm:alg>
      </dgm:if>
      <dgm:else name="Name3">
        <dgm:alg type="cycle">
          <dgm:param type="stAng" val="0"/>
          <dgm:param type="spanAng" val="-360"/>
          <dgm:param type="ctrShpMap" val="fNode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enterShape" refType="w"/>
      <dgm:constr type="w" for="ch" forName="parTrans" refType="w" refFor="ch" refForName="centerShape" fact="0.4"/>
      <dgm:constr type="w" for="ch" forName="node" refType="w" refFor="ch" refForName="centerShape" op="equ" fact="1.25"/>
      <dgm:constr type="sp" refType="w" refFor="ch" refForName="centerShape" op="equ" fact="0.4"/>
      <dgm:constr type="sibSp" refType="w" refFor="ch" refForName="node" fact="0.3"/>
      <dgm:constr type="primFontSz" for="ch" forName="centerShape" val="65"/>
      <dgm:constr type="primFontSz" for="des" forName="node" op="equ" val="65"/>
      <dgm:constr type="primFontSz" for="des" forName="node" refType="primFontSz" refFor="ch" refForName="centerShape" op="lte"/>
      <dgm:constr type="primFontSz" for="des" forName="connectorText" op="equ" val="55"/>
      <dgm:constr type="primFontSz" for="des" forName="connectorText" refType="primFontSz" refFor="ch" refForName="centerShape" op="lte" fact="0.8"/>
      <dgm:constr type="primFontSz" for="des" forName="connectorText" refType="primFontSz" refFor="des" refForName="node" op="lte"/>
    </dgm:constrLst>
    <dgm:choose name="Name4">
      <dgm:if name="Name5" axis="ch ch" ptType="node node" st="1 1" cnt="1 0" func="cnt" op="lte" val="6">
        <dgm:ruleLst>
          <dgm:rule type="w" for="ch" forName="node" val="NaN" fact="1" max="NaN"/>
        </dgm:ruleLst>
      </dgm:if>
      <dgm:if name="Name6" axis="ch ch" ptType="node node" st="1 1" cnt="1 0" func="cnt" op="lte" val="8">
        <dgm:ruleLst>
          <dgm:rule type="w" for="ch" forName="node" val="NaN" fact="0.9" max="NaN"/>
        </dgm:ruleLst>
      </dgm:if>
      <dgm:if name="Name7" axis="ch ch" ptType="node node" st="1 1" cnt="1 0" func="cnt" op="lte" val="10">
        <dgm:ruleLst>
          <dgm:rule type="w" for="ch" forName="node" val="NaN" fact="0.8" max="NaN"/>
        </dgm:ruleLst>
      </dgm:if>
      <dgm:if name="Name8" axis="ch ch" ptType="node node" st="1 1" cnt="1 0" func="cnt" op="lte" val="12">
        <dgm:ruleLst>
          <dgm:rule type="w" for="ch" forName="node" val="NaN" fact="0.7" max="NaN"/>
        </dgm:ruleLst>
      </dgm:if>
      <dgm:if name="Name9" axis="ch ch" ptType="node node" st="1 1" cnt="1 0" func="cnt" op="lte" val="14">
        <dgm:ruleLst>
          <dgm:rule type="w" for="ch" forName="node" val="NaN" fact="0.6" max="NaN"/>
        </dgm:ruleLst>
      </dgm:if>
      <dgm:else name="Name10">
        <dgm:ruleLst>
          <dgm:rule type="w" for="ch" forName="node" val="NaN" fact="0.5" max="NaN"/>
        </dgm:ruleLst>
      </dgm:else>
    </dgm:choose>
    <dgm:forEach name="Name11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12" axis="ch">
        <dgm:forEach name="Name13" axis="self" ptType="parTrans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h" refType="w" fact="0.85"/>
            </dgm:constrLst>
            <dgm:ruleLst/>
            <dgm:layoutNode name="connectorText">
              <dgm:alg type="tx">
                <dgm:param type="autoTxRot" val="grav"/>
              </dgm:alg>
              <dgm:shape xmlns:r="http://schemas.openxmlformats.org/officeDocument/2006/relationships" type="conn" r:blip="" hideGeom="1">
                <dgm:adjLst/>
              </dgm:shape>
              <dgm:presOf axis="self"/>
              <dgm:constrLst>
                <dgm:constr type="lMarg"/>
                <dgm:constr type="rMarg"/>
                <dgm:constr type="tMarg"/>
                <dgm:constr type="bMarg"/>
              </dgm:constrLst>
              <dgm:ruleLst>
                <dgm:rule type="primFontSz" val="5" fact="NaN" max="NaN"/>
              </dgm:ruleLst>
            </dgm:layoutNode>
          </dgm:layoutNode>
        </dgm:forEach>
        <dgm:forEach name="Name14" axis="self" ptType="node">
          <dgm:layoutNode name="node" styleLbl="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h" refType="w"/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w" val="INF" fact="NaN" max="NaN"/>
              <dgm:rule type="primFontSz" val="5" fact="NaN" max="NaN"/>
            </dgm:ruleLst>
          </dgm:layoutNode>
        </dgm:forEach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begPts" val="midR"/>
                        <dgm:param type="endPts" val="midL"/>
                        <dgm:param type="endSty" val="noArr"/>
                      </dgm:alg>
                    </dgm:if>
                    <dgm:else name="Name14">
                      <dgm:alg type="conn">
                        <dgm:param type="dim" val="1D"/>
                        <dgm:param type="begPts" val="midL"/>
                        <dgm:param type="endPts" val="midR"/>
                        <dgm:param type="endSty" val="noAr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7">
  <dgm:title val=""/>
  <dgm:desc val=""/>
  <dgm:catLst>
    <dgm:cat type="cycle" pri="6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cycle">
          <dgm:param type="stAng" val="0"/>
          <dgm:param type="spanAng" val="360"/>
        </dgm:alg>
      </dgm:if>
      <dgm:else name="Name3">
        <dgm:alg type="cycle">
          <dgm:param type="stAng" val="0"/>
          <dgm:param type="spanAng" val="-360"/>
        </dgm:alg>
      </dgm:else>
    </dgm:choose>
    <dgm:shape xmlns:r="http://schemas.openxmlformats.org/officeDocument/2006/relationships" r:blip="">
      <dgm:adjLst/>
    </dgm:shape>
    <dgm:presOf/>
    <dgm:constrLst>
      <dgm:constr type="diam" refType="w"/>
      <dgm:constr type="w" for="ch" ptType="node" refType="w"/>
      <dgm:constr type="primFontSz" for="ch" ptType="node" op="equ" val="65"/>
      <dgm:constr type="w" for="ch" forName="sibTrans" refType="w" refFor="ch" refPtType="node" op="equ" fact="0.35"/>
      <dgm:constr type="connDist" for="ch" forName="sibTrans" op="equ"/>
      <dgm:constr type="primFontSz" for="des" forName="connectorText" op="equ" val="55"/>
      <dgm:constr type="primFontSz" for="des" forName="connectorText" refType="primFontSz" refFor="ch" refPtType="node" op="lte" fact="0.8"/>
      <dgm:constr type="sibSp" refType="w" refFor="ch" refPtType="node" op="equ" fact="0.65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4">
        <dgm:if name="Name5" axis="par ch" ptType="doc node" func="cnt" op="gt" val="1">
          <dgm:forEach name="sibTransForEach" axis="followSib" ptType="sibTrans" hideLastTrans="0" cnt="1">
            <dgm:layoutNode name="sibTrans">
              <dgm:choose name="Name6">
                <dgm:if name="Name7" axis="par ch" ptType="doc node" func="posEven" op="equ" val="1">
                  <dgm:alg type="conn">
                    <dgm:param type="begPts" val="radial"/>
                    <dgm:param type="endPts" val="radial"/>
                    <dgm:param type="begSty" val="arr"/>
                    <dgm:param type="endSty" val="arr"/>
                  </dgm:alg>
                </dgm:if>
                <dgm:else name="Name8">
                  <dgm:alg type="conn">
                    <dgm:param type="begPts" val="auto"/>
                    <dgm:param type="endPts" val="auto"/>
                    <dgm:param type="begSty" val="arr"/>
                    <dgm:param type="endSty" val="arr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5"/>
                <dgm:constr type="connDist"/>
                <dgm:constr type="begPad" refType="connDist" fact="0.1"/>
                <dgm:constr type="endPad" refType="connDist" fact="0.1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9"/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radial6">
  <dgm:title val=""/>
  <dgm:desc val=""/>
  <dgm:catLst>
    <dgm:cat type="cycle" pri="9000"/>
    <dgm:cat type="relationship" pri="2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Name0">
    <dgm:varLst>
      <dgm:chMax val="1"/>
      <dgm:dir/>
      <dgm:animLvl val="ctr"/>
      <dgm:resizeHandles val="exact"/>
    </dgm:varLst>
    <dgm:choose name="Name1">
      <dgm:if name="Name2" func="var" arg="dir" op="equ" val="norm">
        <dgm:choose name="Name3">
          <dgm:if name="Name4" axis="ch ch" ptType="node node" st="1 1" cnt="1 0" func="cnt" op="lte" val="1">
            <dgm:alg type="cycle">
              <dgm:param type="stAng" val="90"/>
              <dgm:param type="spanAng" val="360"/>
              <dgm:param type="ctrShpMap" val="fNode"/>
            </dgm:alg>
          </dgm:if>
          <dgm:else name="Name5">
            <dgm:alg type="cycle">
              <dgm:param type="stAng" val="0"/>
              <dgm:param type="spanAng" val="360"/>
              <dgm:param type="ctrShpMap" val="fNode"/>
            </dgm:alg>
          </dgm:else>
        </dgm:choose>
      </dgm:if>
      <dgm:else name="Name6">
        <dgm:choose name="Name7">
          <dgm:if name="Name8" axis="ch ch" ptType="node node" st="1 1" cnt="1 0" func="cnt" op="lte" val="1">
            <dgm:alg type="cycle">
              <dgm:param type="stAng" val="-90"/>
              <dgm:param type="spanAng" val="360"/>
              <dgm:param type="ctrShpMap" val="fNode"/>
            </dgm:alg>
          </dgm:if>
          <dgm:else name="Name9">
            <dgm:alg type="cycle">
              <dgm:param type="stAng" val="0"/>
              <dgm:param type="spanAng" val="-360"/>
              <dgm:param type="ctrShpMap" val="fNode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10">
      <dgm:if name="Name11" func="var" arg="dir" op="equ" val="norm">
        <dgm:choose name="Name12">
          <dgm:if name="Name13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des" forName="oneNode" refType="primFontSz" refFor="ch" refForName="centerShape" op="lte" fact="0.95"/>
              <dgm:constr type="diam" for="ch" forName="singleconn" refType="diam" op="equ" fact="-1"/>
              <dgm:constr type="h" for="ch" forName="singleconn" refType="w" refFor="ch" refForName="oneComp" fact="0.24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4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forName="sibTrans" refType="diam" op="equ"/>
              <dgm:constr type="h" for="ch" forName="sibTrans" refType="w" refFor="ch" refForName="node" fact="0.24"/>
              <dgm:constr type="w" for="ch" forName="dummy" val="1"/>
            </dgm:constrLst>
          </dgm:else>
        </dgm:choose>
      </dgm:if>
      <dgm:else name="Name15">
        <dgm:choose name="Name16">
          <dgm:if name="Name17" axis="ch ch" ptType="node node" st="1 1" cnt="1 0" func="cnt" op="equ" val="1">
            <dgm:constrLst>
              <dgm:constr type="diam" val="170"/>
              <dgm:constr type="w" for="ch" forName="centerShape" refType="w"/>
              <dgm:constr type="w" for="ch" forName="oneComp" refType="w" refFor="ch" refForName="centerShape" op="equ" fact="0.7"/>
              <dgm:constr type="sp" refType="w" refFor="ch" refForName="oneComp" fact="0.3"/>
              <dgm:constr type="sibSp" refType="w" refFor="ch" refForName="oneComp" fact="0.3"/>
              <dgm:constr type="primFontSz" for="ch" forName="centerShape" val="65"/>
              <dgm:constr type="primFontSz" for="des" forName="oneNode" refType="primFontSz" refFor="ch" refForName="centerShape" fact="0.95"/>
              <dgm:constr type="primFontSz" for="ch" forName="oneNode" refType="primFontSz" refFor="ch" refForName="centerShape" op="lte" fact="0.95"/>
              <dgm:constr type="diam" for="ch" forName="singleconn" refType="diam"/>
              <dgm:constr type="h" for="ch" forName="singleconn" refType="w" refFor="ch" refForName="oneComp" fact="0.24"/>
              <dgm:constr type="diam" for="ch" refType="diam" op="equ"/>
              <dgm:constr type="w" for="ch" forName="dummya" refType="w" refFor="ch" refForName="oneComp" op="equ"/>
              <dgm:constr type="w" for="ch" forName="dummyb" refType="w" refFor="ch" refForName="oneComp" op="equ"/>
              <dgm:constr type="w" for="ch" forName="dummyc" refType="w" refFor="ch" refForName="oneComp" op="equ"/>
            </dgm:constrLst>
          </dgm:if>
          <dgm:else name="Name18">
            <dgm:constrLst>
              <dgm:constr type="diam" val="170"/>
              <dgm:constr type="w" for="ch" forName="centerShape" refType="w"/>
              <dgm:constr type="w" for="ch" forName="node" refType="w" refFor="ch" refForName="centerShape" op="equ" fact="0.7"/>
              <dgm:constr type="sp" refType="w" refFor="ch" refForName="node" fact="0.3"/>
              <dgm:constr type="sibSp" refType="w" refFor="ch" refForName="node" fact="0.3"/>
              <dgm:constr type="primFontSz" for="ch" forName="centerShape" val="65"/>
              <dgm:constr type="primFontSz" for="des" forName="node" refType="primFontSz" refFor="ch" refForName="centerShape" fact="0.78"/>
              <dgm:constr type="primFontSz" for="ch" forName="node" refType="primFontSz" refFor="ch" refForName="centerShape" op="lte" fact="0.95"/>
              <dgm:constr type="diam" for="ch" ptType="sibTrans" refType="diam" fact="-1"/>
              <dgm:constr type="h" for="ch" forName="sibTrans" refType="w" refFor="ch" refForName="node" fact="0.24"/>
              <dgm:constr type="diam" for="ch" refType="diam" op="equ" fact="-1"/>
              <dgm:constr type="w" for="ch" forName="dummy" val="1"/>
            </dgm:constrLst>
          </dgm:else>
        </dgm:choose>
      </dgm:else>
    </dgm:choose>
    <dgm:ruleLst>
      <dgm:rule type="diam" val="INF" fact="NaN" max="NaN"/>
    </dgm:ruleLst>
    <dgm:forEach name="Name19" axis="ch" ptType="node" cnt="1">
      <dgm:layoutNode name="centerShape" styleLbl="node0">
        <dgm:alg type="tx"/>
        <dgm:shape xmlns:r="http://schemas.openxmlformats.org/officeDocument/2006/relationships" type="ellipse" r:blip="">
          <dgm:adjLst/>
        </dgm:shape>
        <dgm:presOf axis="self"/>
        <dgm:constrLst>
          <dgm:constr type="h" refType="w"/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forEach name="Name20" axis="ch">
        <dgm:forEach name="Name21" axis="self" ptType="node">
          <dgm:choose name="Name22">
            <dgm:if name="Name23" axis="par ch" ptType="node node" func="cnt" op="gt" val="1">
              <dgm:layoutNode name="node" styleLbl="node1">
                <dgm:varLst>
                  <dgm:bulletEnabled val="1"/>
                </dgm:varLst>
                <dgm:alg type="tx">
                  <dgm:param type="txAnchorVertCh" val="mid"/>
                </dgm:alg>
                <dgm:shape xmlns:r="http://schemas.openxmlformats.org/officeDocument/2006/relationships" type="ellipse" r:blip="">
                  <dgm:adjLst/>
                </dgm:shape>
                <dgm:presOf axis="desOrSelf" ptType="node"/>
                <dgm:constrLst>
                  <dgm:constr type="h" refType="w"/>
                  <dgm:constr type="tMarg" refType="primFontSz" fact="0.1"/>
                  <dgm:constr type="bMarg" refType="primFontSz" fact="0.1"/>
                  <dgm:constr type="lMarg" refType="primFontSz" fact="0.1"/>
                  <dgm:constr type="rMarg" refType="primFontSz" fact="0.1"/>
                </dgm:constrLst>
                <dgm:ruleLst>
                  <dgm:rule type="primFontSz" val="5" fact="NaN" max="NaN"/>
                </dgm:ruleLst>
              </dgm:layoutNode>
              <dgm:layoutNode name="dummy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" axis="followSib" ptType="sibTrans" hideLastTrans="0" cnt="1">
                <dgm:layoutNode name="sibTrans" styleLbl="sibTrans2D1">
                  <dgm:alg type="conn">
                    <dgm:param type="connRout" val="curve"/>
                    <dgm:param type="begPts" val="ctr"/>
                    <dgm:param type="endPts" val="ctr"/>
                    <dgm:param type="begSty" val="noArr"/>
                    <dgm:param type="endSty" val="noArr"/>
                    <dgm:param type="dstNode" val="node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if name="Name24" axis="par ch" ptType="node node" func="cnt" op="equ" val="1">
              <dgm:layoutNode name="oneComp">
                <dgm:alg type="composite">
                  <dgm:param type="ar" val="1"/>
                </dgm:alg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  <dgm:constr type="l" for="ch" forName="dummyConnPt" refType="w" fact="0.5"/>
                  <dgm:constr type="t" for="ch" forName="dummyConnPt" refType="w" fact="0.5"/>
                  <dgm:constr type="l" for="ch" forName="oneNode"/>
                  <dgm:constr type="t" for="ch" forName="oneNode"/>
                  <dgm:constr type="h" for="ch" forName="oneNode" refType="h"/>
                  <dgm:constr type="w" for="ch" forName="oneNode" refType="w"/>
                </dgm:constrLst>
                <dgm:ruleLst/>
                <dgm:layoutNode name="dummyConnPt" styleLbl="node1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val="1"/>
                    <dgm:constr type="h" val="1"/>
                  </dgm:constrLst>
                  <dgm:ruleLst/>
                </dgm:layoutNode>
                <dgm:layoutNode name="oneNode" styleLbl="node1">
                  <dgm:varLst>
                    <dgm:bulletEnabled val="1"/>
                  </dgm:varLst>
                  <dgm:alg type="tx">
                    <dgm:param type="txAnchorVertCh" val="mid"/>
                  </dgm:alg>
                  <dgm:shape xmlns:r="http://schemas.openxmlformats.org/officeDocument/2006/relationships" type="ellipse" r:blip="">
                    <dgm:adjLst/>
                  </dgm:shape>
                  <dgm:presOf axis="desOrSelf" ptType="node"/>
                  <dgm:constrLst>
                    <dgm:constr type="h" refType="w"/>
                    <dgm:constr type="tMarg" refType="primFontSz" fact="0.1"/>
                    <dgm:constr type="bMarg" refType="primFontSz" fact="0.1"/>
                    <dgm:constr type="lMarg" refType="primFontSz" fact="0.1"/>
                    <dgm:constr type="rMarg" refType="primFontSz" fact="0.1"/>
                  </dgm:constrLst>
                  <dgm:ruleLst>
                    <dgm:rule type="primFontSz" val="5" fact="NaN" max="NaN"/>
                  </dgm:ruleLst>
                </dgm:layoutNode>
              </dgm:layoutNode>
              <dgm:layoutNode name="dummya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b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layoutNode name="dummyc">
                <dgm:alg type="sp"/>
                <dgm:shape xmlns:r="http://schemas.openxmlformats.org/officeDocument/2006/relationships" r:blip="">
                  <dgm:adjLst/>
                </dgm:shape>
                <dgm:presOf/>
                <dgm:constrLst>
                  <dgm:constr type="h" refType="w"/>
                </dgm:constrLst>
                <dgm:ruleLst/>
              </dgm:layoutNode>
              <dgm:forEach name="sibTransForEach1" axis="followSib" ptType="sibTrans" hideLastTrans="0" cnt="1">
                <dgm:layoutNode name="singleconn" styleLbl="sibTrans2D1">
                  <dgm:alg type="conn">
                    <dgm:param type="connRout" val="longCurve"/>
                    <dgm:param type="begPts" val="bCtr"/>
                    <dgm:param type="endPts" val="tCtr"/>
                    <dgm:param type="begSty" val="noArr"/>
                    <dgm:param type="endSty" val="noArr"/>
                    <dgm:param type="srcNode" val="dummyConnPt"/>
                    <dgm:param type="dstNode" val="dummyConnPt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</dgm:if>
            <dgm:else name="Name25"/>
          </dgm:choose>
        </dgm:forEach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9/3/layout/HorizontalOrganizationChart">
  <dgm:title val=""/>
  <dgm:desc val=""/>
  <dgm:catLst>
    <dgm:cat type="hierarchy" pri="43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305"/>
      <dgm:constr type="w" for="des" forName="rootComposite" refType="w" fact="10"/>
      <dgm:constr type="h" for="des" forName="rootComposite" refType="w" refFor="des" refForName="rootComposite1" fact="0.305"/>
      <dgm:constr type="w" for="des" forName="rootComposite3" refType="w" fact="10"/>
      <dgm:constr type="h" for="des" forName="rootComposite3" refType="w" refFor="des" refForName="rootComposite1" fact="0.305"/>
      <dgm:constr type="primFontSz" for="des" ptType="node" op="equ"/>
      <dgm:constr type="sp" for="des" op="equ"/>
      <dgm:constr type="sp" for="des" forName="hierRoot1" refType="w" refFor="des" refForName="rootComposite1" fact="0.2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125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125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func="var" arg="dir" op="equ" val="norm">
                  <dgm:alg type="hierRoot">
                    <dgm:param type="hierAlign" val="lT"/>
                  </dgm:alg>
                  <dgm:constrLst>
                    <dgm:constr type="alignOff" val="0.75"/>
                  </dgm:constrLst>
                </dgm:if>
                <dgm:else name="Name9">
                  <dgm:alg type="hierRoot">
                    <dgm:param type="hierAlign" val="rT"/>
                  </dgm:alg>
                  <dgm:constrLst>
                    <dgm:constr type="alignOff" val="0.75"/>
                  </dgm:constrLst>
                </dgm:else>
              </dgm:choose>
            </dgm:if>
            <dgm:if name="Name10" func="var" arg="hierBranch" op="equ" val="r">
              <dgm:choose name="Name11">
                <dgm:if name="Name12" func="var" arg="dir" op="equ" val="norm">
                  <dgm:alg type="hierRoot">
                    <dgm:param type="hierAlign" val="lB"/>
                  </dgm:alg>
                  <dgm:constrLst>
                    <dgm:constr type="alignOff" val="0.75"/>
                  </dgm:constrLst>
                </dgm:if>
                <dgm:else name="Name13">
                  <dgm:alg type="hierRoot">
                    <dgm:param type="hierAlign" val="rB"/>
                  </dgm:alg>
                  <dgm:constrLst>
                    <dgm:constr type="alignOff" val="0.75"/>
                  </dgm:constrLst>
                </dgm:else>
              </dgm:choose>
            </dgm:if>
            <dgm:if name="Name14" func="var" arg="hierBranch" op="equ" val="hang">
              <dgm:choose name="Name15">
                <dgm:if name="Name16" func="var" arg="dir" op="equ" val="norm">
                  <dgm:alg type="hierRoot">
                    <dgm:param type="hierAlign" val="lCtrCh"/>
                  </dgm:alg>
                  <dgm:constrLst>
                    <dgm:constr type="alignOff" val="0.65"/>
                  </dgm:constrLst>
                </dgm:if>
                <dgm:else name="Name17">
                  <dgm:alg type="hierRoot">
                    <dgm:param type="hierAlign" val="rCtrCh"/>
                  </dgm:alg>
                  <dgm:constrLst>
                    <dgm:constr type="alignOff" val="0.65"/>
                  </dgm:constrLst>
                </dgm:else>
              </dgm:choose>
            </dgm:if>
            <dgm:else name="Name18">
              <dgm:choose name="Name19">
                <dgm:if name="Name20" func="var" arg="dir" op="equ" val="norm">
                  <dgm:alg type="hierRoot">
                    <dgm:param type="hierAlign" val="l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if>
                <dgm:else name="Name21">
                  <dgm:alg type="hierRoot">
                    <dgm:param type="hierAlign" val="rCtrCh"/>
                  </dgm:alg>
                  <dgm:constrLst>
                    <dgm:constr type="alignOff"/>
                    <dgm:constr type="bendDist" for="des" ptType="parTrans" refType="sp" fact="0.5"/>
                  </dgm:constrLst>
                </dgm:else>
              </dgm:choose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22">
              <dgm:if name="Name23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4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25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6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7">
              <dgm:if name="Name28" func="var" arg="hierBranch" op="equ" val="l">
                <dgm:choose name="Name29">
                  <dgm:if name="Name30" func="var" arg="dir" op="equ" val="norm">
                    <dgm:alg type="hierChild">
                      <dgm:param type="chAlign" val="t"/>
                      <dgm:param type="linDir" val="fromL"/>
                    </dgm:alg>
                  </dgm:if>
                  <dgm:else name="Name31">
                    <dgm:alg type="hierChild">
                      <dgm:param type="chAlign" val="t"/>
                      <dgm:param type="linDir" val="fromR"/>
                    </dgm:alg>
                  </dgm:else>
                </dgm:choose>
              </dgm:if>
              <dgm:if name="Name32" func="var" arg="hierBranch" op="equ" val="r">
                <dgm:choose name="Name33">
                  <dgm:if name="Name34" func="var" arg="dir" op="equ" val="norm">
                    <dgm:alg type="hierChild">
                      <dgm:param type="chAlign" val="b"/>
                      <dgm:param type="linDir" val="fromL"/>
                    </dgm:alg>
                  </dgm:if>
                  <dgm:else name="Name35">
                    <dgm:alg type="hierChild">
                      <dgm:param type="chAlign" val="b"/>
                      <dgm:param type="linDir" val="fromR"/>
                    </dgm:alg>
                  </dgm:else>
                </dgm:choose>
              </dgm:if>
              <dgm:if name="Name36" func="var" arg="hierBranch" op="equ" val="hang">
                <dgm:choose name="Name37">
                  <dgm:if name="Name38" func="var" arg="dir" op="equ" val="norm">
                    <dgm:alg type="hierChild">
                      <dgm:param type="chAlign" val="l"/>
                      <dgm:param type="linDir" val="fromT"/>
                      <dgm:param type="secChAlign" val="t"/>
                      <dgm:param type="secLinDir" val="fromL"/>
                    </dgm:alg>
                  </dgm:if>
                  <dgm:else name="Name39">
                    <dgm:alg type="hierChild">
                      <dgm:param type="chAlign" val="r"/>
                      <dgm:param type="linDir" val="fromT"/>
                      <dgm:param type="secChAlign" val="t"/>
                      <dgm:param type="secLinDir" val="fromR"/>
                    </dgm:alg>
                  </dgm:else>
                </dgm:choose>
              </dgm:if>
              <dgm:else name="Name40">
                <dgm:choose name="Name41">
                  <dgm:if name="Name42" func="var" arg="dir" op="equ" val="norm">
                    <dgm:alg type="hierChild">
                      <dgm:param type="linDir" val="fromT"/>
                      <dgm:param type="chAlign" val="l"/>
                    </dgm:alg>
                  </dgm:if>
                  <dgm:else name="Name43">
                    <dgm:alg type="hierChild">
                      <dgm:param type="linDir" val="fromT"/>
                      <dgm:param type="chAlign" val="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44" axis="precedSib" ptType="parTrans" st="-1" cnt="1">
                <dgm:choose name="Name45">
                  <dgm:if name="Name46" func="var" arg="hierBranch" op="equ" val="hang">
                    <dgm:layoutNode name="Name47">
                      <dgm:choose name="Name48">
                        <dgm:if name="Name4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 tCtr"/>
                          </dgm:alg>
                        </dgm:if>
                        <dgm:else name="Name5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 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1" func="var" arg="hierBranch" op="equ" val="l">
                    <dgm:layoutNode name="Name52">
                      <dgm:choose name="Name53">
                        <dgm:if name="Name54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tCtr"/>
                          </dgm:alg>
                        </dgm:if>
                        <dgm:else name="Name55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t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56" func="var" arg="hierBranch" op="equ" val="r">
                    <dgm:layoutNode name="Name57">
                      <dgm:choose name="Name58">
                        <dgm:if name="Name59" func="var" arg="dir" op="equ" val="norm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bCtr"/>
                          </dgm:alg>
                        </dgm:if>
                        <dgm:else name="Name6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bCtr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61">
                    <dgm:choose name="Name62">
                      <dgm:if name="Name63" func="var" arg="dir" op="equ" val="norm">
                        <dgm:layoutNode name="Name64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R"/>
                            <dgm:param type="endPts" val="midL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if>
                      <dgm:else name="Name65">
                        <dgm:layoutNode name="Name66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midL"/>
                            <dgm:param type="endPts" val="midR"/>
                            <dgm:param type="bendPt" val="end"/>
                          </dgm:alg>
                          <dgm:shape xmlns:r="http://schemas.openxmlformats.org/officeDocument/2006/relationships" type="conn" r:blip="" zOrderOff="-99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else>
                    </dgm:choos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7">
                  <dgm:if name="Name68" func="var" arg="hierBranch" op="equ" val="l">
                    <dgm:choose name="Name69">
                      <dgm:if name="Name70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71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2" func="var" arg="hierBranch" op="equ" val="r">
                    <dgm:choose name="Name73">
                      <dgm:if name="Name74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75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76" func="var" arg="hierBranch" op="equ" val="hang">
                    <dgm:choose name="Name77">
                      <dgm:if name="Name78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79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80">
                    <dgm:choose name="Name81">
                      <dgm:if name="Name82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83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84">
                    <dgm:if name="Name85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6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7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8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9">
                    <dgm:if name="Name90" func="var" arg="hierBranch" op="equ" val="l">
                      <dgm:choose name="Name91">
                        <dgm:if name="Name92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93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r">
                      <dgm:choose name="Name95">
                        <dgm:if name="Name96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97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98" func="var" arg="hierBranch" op="equ" val="hang">
                      <dgm:choose name="Name99">
                        <dgm:if name="Name100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01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05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a"/>
                </dgm:layoutNode>
                <dgm:layoutNode name="hierChild5">
                  <dgm:choose name="Name107">
                    <dgm:if name="Name108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09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10" ref="rep2b"/>
                </dgm:layoutNode>
              </dgm:layoutNode>
            </dgm:forEach>
          </dgm:layoutNode>
          <dgm:layoutNode name="hierChild3">
            <dgm:choose name="Name111">
              <dgm:if name="Name112" func="var" arg="dir" op="equ" val="norm">
                <dgm:alg type="hierChild">
                  <dgm:param type="chAlign" val="l"/>
                  <dgm:param type="linDir" val="fromT"/>
                  <dgm:param type="secChAlign" val="t"/>
                  <dgm:param type="secLinDir" val="fromL"/>
                </dgm:alg>
              </dgm:if>
              <dgm:else name="Name113">
                <dgm:alg type="hierChild">
                  <dgm:param type="chAlign" val="r"/>
                  <dgm:param type="linDir" val="fromT"/>
                  <dgm:param type="secChAlign" val="t"/>
                  <dgm:param type="sec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4" axis="precedSib" ptType="parTrans" st="-1" cnt="1">
                <dgm:layoutNode name="Name115">
                  <dgm:choose name="Name116">
                    <dgm:if name="Name117" func="var" arg="dir" op="equ" val="norm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R"/>
                        <dgm:param type="endPts" val="bCtr tCtr"/>
                      </dgm:alg>
                    </dgm:if>
                    <dgm:else name="Name11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midL"/>
                        <dgm:param type="endPts" val="bCtr tCtr"/>
                      </dgm:alg>
                    </dgm:else>
                  </dgm:choose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9">
                  <dgm:if name="Name120" func="var" arg="hierBranch" op="equ" val="l">
                    <dgm:choose name="Name121">
                      <dgm:if name="Name122" func="var" arg="dir" op="equ" val="norm">
                        <dgm:alg type="hierRoot">
                          <dgm:param type="hierAlign" val="lT"/>
                        </dgm:alg>
                        <dgm:constrLst>
                          <dgm:constr type="alignOff" val="0.75"/>
                        </dgm:constrLst>
                      </dgm:if>
                      <dgm:else name="Name123">
                        <dgm:alg type="hierRoot">
                          <dgm:param type="hierAlign" val="rT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4" func="var" arg="hierBranch" op="equ" val="r">
                    <dgm:choose name="Name125">
                      <dgm:if name="Name126" func="var" arg="dir" op="equ" val="norm">
                        <dgm:alg type="hierRoot">
                          <dgm:param type="hierAlign" val="lB"/>
                        </dgm:alg>
                        <dgm:constrLst>
                          <dgm:constr type="alignOff" val="0.75"/>
                        </dgm:constrLst>
                      </dgm:if>
                      <dgm:else name="Name127">
                        <dgm:alg type="hierRoot">
                          <dgm:param type="hierAlign" val="rB"/>
                        </dgm:alg>
                        <dgm:constrLst>
                          <dgm:constr type="alignOff" val="0.75"/>
                        </dgm:constrLst>
                      </dgm:else>
                    </dgm:choose>
                  </dgm:if>
                  <dgm:if name="Name128" func="var" arg="hierBranch" op="equ" val="hang">
                    <dgm:choose name="Name129">
                      <dgm:if name="Name130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 val="0.65"/>
                        </dgm:constrLst>
                      </dgm:if>
                      <dgm:else name="Name131">
                        <dgm:alg type="hierRoot">
                          <dgm:param type="hierAlign" val="rCtrCh"/>
                        </dgm:alg>
                        <dgm:constrLst>
                          <dgm:constr type="alignOff" val="0.65"/>
                        </dgm:constrLst>
                      </dgm:else>
                    </dgm:choose>
                  </dgm:if>
                  <dgm:else name="Name132">
                    <dgm:choose name="Name133">
                      <dgm:if name="Name134" func="var" arg="dir" op="equ" val="norm">
                        <dgm:alg type="hierRoot">
                          <dgm:param type="hierAlign" val="l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if>
                      <dgm:else name="Name135">
                        <dgm:alg type="hierRoot">
                          <dgm:param type="hierAlign" val="rCtrCh"/>
                        </dgm:alg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36">
                    <dgm:if name="Name137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8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39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40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41">
                    <dgm:if name="Name142" func="var" arg="hierBranch" op="equ" val="l">
                      <dgm:choose name="Name143">
                        <dgm:if name="Name144" func="var" arg="dir" op="equ" val="norm">
                          <dgm:alg type="hierChild">
                            <dgm:param type="chAlign" val="t"/>
                            <dgm:param type="linDir" val="fromL"/>
                          </dgm:alg>
                        </dgm:if>
                        <dgm:else name="Name145">
                          <dgm:alg type="hierChild">
                            <dgm:param type="chAlign" val="t"/>
                            <dgm:param type="linDir" val="fromR"/>
                          </dgm:alg>
                        </dgm:else>
                      </dgm:choose>
                    </dgm:if>
                    <dgm:if name="Name146" func="var" arg="hierBranch" op="equ" val="r">
                      <dgm:choose name="Name147">
                        <dgm:if name="Name148" func="var" arg="dir" op="equ" val="norm">
                          <dgm:alg type="hierChild">
                            <dgm:param type="chAlign" val="b"/>
                            <dgm:param type="linDir" val="fromL"/>
                          </dgm:alg>
                        </dgm:if>
                        <dgm:else name="Name149">
                          <dgm:alg type="hierChild">
                            <dgm:param type="chAlign" val="b"/>
                            <dgm:param type="linDir" val="fromR"/>
                          </dgm:alg>
                        </dgm:else>
                      </dgm:choose>
                    </dgm:if>
                    <dgm:if name="Name150" func="var" arg="hierBranch" op="equ" val="hang">
                      <dgm:choose name="Name151">
                        <dgm:if name="Name152" func="var" arg="dir" op="equ" val="norm">
                          <dgm:alg type="hierChild">
                            <dgm:param type="chAlign" val="l"/>
                            <dgm:param type="linDir" val="fromT"/>
                            <dgm:param type="secChAlign" val="t"/>
                            <dgm:param type="secLinDir" val="fromL"/>
                          </dgm:alg>
                        </dgm:if>
                        <dgm:else name="Name153">
                          <dgm:alg type="hierChild">
                            <dgm:param type="chAlign" val="r"/>
                            <dgm:param type="linDir" val="fromT"/>
                            <dgm:param type="secChAlign" val="t"/>
                            <dgm:param type="secLinDir" val="fromR"/>
                          </dgm:alg>
                        </dgm:else>
                      </dgm:choose>
                    </dgm:if>
                    <dgm:else name="Name154">
                      <dgm:choose name="Name155">
                        <dgm:if name="Name156" func="var" arg="dir" op="equ" val="norm">
                          <dgm:alg type="hierChild">
                            <dgm:param type="linDir" val="fromT"/>
                            <dgm:param type="chAlign" val="l"/>
                          </dgm:alg>
                        </dgm:if>
                        <dgm:else name="Name157">
                          <dgm:alg type="hierChild">
                            <dgm:param type="linDir" val="fromT"/>
                            <dgm:param type="ch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58" ref="rep2a"/>
                </dgm:layoutNode>
                <dgm:layoutNode name="hierChild7">
                  <dgm:choose name="Name159">
                    <dgm:if name="Name160" func="var" arg="dir" op="equ" val="norm">
                      <dgm:alg type="hierChild">
                        <dgm:param type="chAlign" val="l"/>
                        <dgm:param type="linDir" val="fromT"/>
                        <dgm:param type="secChAlign" val="t"/>
                        <dgm:param type="secLinDir" val="fromL"/>
                      </dgm:alg>
                    </dgm:if>
                    <dgm:else name="Name161">
                      <dgm:alg type="hierChild">
                        <dgm:param type="chAlign" val="r"/>
                        <dgm:param type="linDir" val="fromT"/>
                        <dgm:param type="secChAlign" val="t"/>
                        <dgm:param type="sec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62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739C1D0-74D3-481E-90D1-914CC1CA87EA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33463C-A2C3-4D93-873B-795C997A9FB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012611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14194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39983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99549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209383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49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773037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11195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404173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267016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74078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34688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487528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804701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785990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29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524941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15826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1778391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19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15383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22540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362521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176887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62597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4873112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8546946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5461394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46396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476146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496151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9233962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381807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982656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9559329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810681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6487986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9827022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758144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8668208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39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8471784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40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0288845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41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865747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42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09413813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033463C-A2C3-4D93-873B-795C997A9FBA}" type="slidenum">
              <a:rPr lang="en-IN" smtClean="0"/>
              <a:t>43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837520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095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89788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9359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495470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4219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9493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06117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802023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81797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2340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52171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463052-D301-44E3-8F4B-C14D1D84EBA1}" type="datetimeFigureOut">
              <a:rPr lang="en-IN" smtClean="0"/>
              <a:t>04/05/26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B9B1906-BF94-497F-88C0-DF97CB9EE0BD}" type="slidenum">
              <a:rPr lang="en-IN" smtClean="0"/>
              <a:t>‹#›</a:t>
            </a:fld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B69CE05-346B-FB51-95C3-06ED31E24099}"/>
              </a:ext>
            </a:extLst>
          </p:cNvPr>
          <p:cNvSpPr txBox="1"/>
          <p:nvPr userDrawn="1"/>
        </p:nvSpPr>
        <p:spPr>
          <a:xfrm>
            <a:off x="3467557" y="6471920"/>
            <a:ext cx="525688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>
                    <a:lumMod val="75000"/>
                  </a:schemeClr>
                </a:solidFill>
              </a:rPr>
              <a:t>pk-R Programming</a:t>
            </a:r>
          </a:p>
        </p:txBody>
      </p:sp>
    </p:spTree>
    <p:extLst>
      <p:ext uri="{BB962C8B-B14F-4D97-AF65-F5344CB8AC3E}">
        <p14:creationId xmlns:p14="http://schemas.microsoft.com/office/powerpoint/2010/main" val="3830306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1.xml"/><Relationship Id="rId3" Type="http://schemas.openxmlformats.org/officeDocument/2006/relationships/image" Target="../media/image1.png"/><Relationship Id="rId7" Type="http://schemas.openxmlformats.org/officeDocument/2006/relationships/diagramData" Target="../diagrams/data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microsoft.com/office/2007/relationships/diagramDrawing" Target="../diagrams/drawing1.xml"/><Relationship Id="rId5" Type="http://schemas.openxmlformats.org/officeDocument/2006/relationships/image" Target="../media/image3.png"/><Relationship Id="rId10" Type="http://schemas.openxmlformats.org/officeDocument/2006/relationships/diagramColors" Target="../diagrams/colors1.xml"/><Relationship Id="rId4" Type="http://schemas.openxmlformats.org/officeDocument/2006/relationships/image" Target="../media/image2.png"/><Relationship Id="rId9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11" Type="http://schemas.openxmlformats.org/officeDocument/2006/relationships/image" Target="../media/image8.png"/><Relationship Id="rId5" Type="http://schemas.openxmlformats.org/officeDocument/2006/relationships/diagramQuickStyle" Target="../diagrams/quickStyle2.xml"/><Relationship Id="rId10" Type="http://schemas.openxmlformats.org/officeDocument/2006/relationships/image" Target="../media/image7.png"/><Relationship Id="rId4" Type="http://schemas.openxmlformats.org/officeDocument/2006/relationships/diagramLayout" Target="../diagrams/layout2.xml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lib.stat.cmu.edu/R/CRAN/" TargetMode="External"/><Relationship Id="rId7" Type="http://schemas.openxmlformats.org/officeDocument/2006/relationships/hyperlink" Target="Home%20-%20RStudio.htm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The%20Comprehensive%20R%20Archive%20Network.ht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10" Type="http://schemas.openxmlformats.org/officeDocument/2006/relationships/image" Target="../media/image21.png"/><Relationship Id="rId4" Type="http://schemas.openxmlformats.org/officeDocument/2006/relationships/diagramLayout" Target="../diagrams/layout3.xml"/><Relationship Id="rId9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Relationship Id="rId9" Type="http://schemas.openxmlformats.org/officeDocument/2006/relationships/image" Target="../media/image2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9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229" y="1595577"/>
            <a:ext cx="1753231" cy="740518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068" y="3757051"/>
            <a:ext cx="1054732" cy="138860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88423" y="3793858"/>
            <a:ext cx="971264" cy="135066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016250" y="1528097"/>
            <a:ext cx="6121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“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R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is an integrated suite of software facilities for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data manipulation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,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calculation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and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graphical display”</a:t>
            </a:r>
            <a:endParaRPr lang="en-IN" b="1" i="0" dirty="0">
              <a:solidFill>
                <a:srgbClr val="000000"/>
              </a:solidFill>
              <a:effectLst/>
              <a:latin typeface="Times New Roman" panose="02020603050405020304" pitchFamily="18" charset="0"/>
            </a:endParaRPr>
          </a:p>
        </p:txBody>
      </p:sp>
      <p:pic>
        <p:nvPicPr>
          <p:cNvPr id="24" name="Picture 2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3668" y="2459613"/>
            <a:ext cx="1456355" cy="1134486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2552700" y="2871614"/>
            <a:ext cx="90677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Dialect of the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S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 language developed by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John Chambers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and others at the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Bell Labs </a:t>
            </a:r>
            <a:r>
              <a:rPr lang="en-IN" dirty="0">
                <a:solidFill>
                  <a:srgbClr val="000000"/>
                </a:solidFill>
                <a:latin typeface="Times New Roman" panose="02020603050405020304" pitchFamily="18" charset="0"/>
              </a:rPr>
              <a:t>in </a:t>
            </a:r>
            <a:r>
              <a:rPr lang="en-IN" b="1" dirty="0">
                <a:solidFill>
                  <a:srgbClr val="000000"/>
                </a:solidFill>
                <a:latin typeface="Times New Roman" panose="02020603050405020304" pitchFamily="18" charset="0"/>
              </a:rPr>
              <a:t>1976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708400" y="3938132"/>
            <a:ext cx="80422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Created in New Zealand by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Ross Ihaka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Robert Gentleman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1991.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1997 R Core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group is formed who control the source code for R.</a:t>
            </a:r>
          </a:p>
        </p:txBody>
      </p:sp>
      <p:graphicFrame>
        <p:nvGraphicFramePr>
          <p:cNvPr id="31" name="Diagram 30"/>
          <p:cNvGraphicFramePr/>
          <p:nvPr>
            <p:extLst>
              <p:ext uri="{D42A27DB-BD31-4B8C-83A1-F6EECF244321}">
                <p14:modId xmlns:p14="http://schemas.microsoft.com/office/powerpoint/2010/main" val="878255523"/>
              </p:ext>
            </p:extLst>
          </p:nvPr>
        </p:nvGraphicFramePr>
        <p:xfrm>
          <a:off x="647068" y="5422900"/>
          <a:ext cx="11103582" cy="8763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66700" y="679768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R?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692466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66700" y="679768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R?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6" name="Diagram 5"/>
          <p:cNvGraphicFramePr/>
          <p:nvPr>
            <p:extLst>
              <p:ext uri="{D42A27DB-BD31-4B8C-83A1-F6EECF244321}">
                <p14:modId xmlns:p14="http://schemas.microsoft.com/office/powerpoint/2010/main" val="3482869905"/>
              </p:ext>
            </p:extLst>
          </p:nvPr>
        </p:nvGraphicFramePr>
        <p:xfrm>
          <a:off x="406400" y="1143000"/>
          <a:ext cx="11353800" cy="49910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7" name="Picture 6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541167" y="736600"/>
            <a:ext cx="4333333" cy="1057143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744138" y="1902014"/>
            <a:ext cx="3009524" cy="1514286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49836" y="3695700"/>
            <a:ext cx="3003826" cy="2266632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9399" y="3516319"/>
            <a:ext cx="3136901" cy="1161905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5700" y="3057750"/>
            <a:ext cx="1200000" cy="88838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117600" y="1449209"/>
            <a:ext cx="2612862" cy="1342101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76420" y="4678224"/>
            <a:ext cx="2954042" cy="1519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1365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3810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Download R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79304" y="1564755"/>
            <a:ext cx="64675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Visit </a:t>
            </a:r>
            <a:r>
              <a:rPr lang="en-IN" dirty="0">
                <a:hlinkClick r:id="rId3"/>
              </a:rPr>
              <a:t>https://lib.stat.cmu.edu/R/CRAN/</a:t>
            </a:r>
            <a:endParaRPr lang="en-IN" dirty="0"/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5996703" y="3111499"/>
            <a:ext cx="400442" cy="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9059622" y="3747667"/>
            <a:ext cx="10397" cy="41121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6923" y="2317909"/>
            <a:ext cx="5247168" cy="13335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3" name="Picture 2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4259165"/>
            <a:ext cx="11178069" cy="140037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24" name="Picture 2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800" y="2283985"/>
            <a:ext cx="5391625" cy="140134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TextBox 24"/>
          <p:cNvSpPr txBox="1"/>
          <p:nvPr/>
        </p:nvSpPr>
        <p:spPr>
          <a:xfrm>
            <a:off x="479304" y="5791821"/>
            <a:ext cx="111952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For downloading Rstudio go to </a:t>
            </a:r>
            <a:r>
              <a:rPr lang="en-US" dirty="0">
                <a:hlinkClick r:id="rId7" action="ppaction://hlinkfile"/>
              </a:rPr>
              <a:t>http://www.rstudio.com/ 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4843756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4559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Interface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3085" y="1595577"/>
            <a:ext cx="5507516" cy="42742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73" y="1595577"/>
            <a:ext cx="4776227" cy="201122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19373" y="3874454"/>
            <a:ext cx="4776227" cy="199538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227505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279400" y="4291032"/>
            <a:ext cx="1397000" cy="7508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279400" y="1870882"/>
            <a:ext cx="1397000" cy="74531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45593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RStudio Interface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3400" y="1595576"/>
            <a:ext cx="8572500" cy="443692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TextBox 6"/>
          <p:cNvSpPr txBox="1"/>
          <p:nvPr/>
        </p:nvSpPr>
        <p:spPr>
          <a:xfrm>
            <a:off x="406400" y="2038666"/>
            <a:ext cx="127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Script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9400" y="4435633"/>
            <a:ext cx="1612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 Console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10502900" y="1821198"/>
            <a:ext cx="1397000" cy="7508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502900" y="4260534"/>
            <a:ext cx="1397000" cy="75086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10502900" y="4315387"/>
            <a:ext cx="1511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Help/Packages/Plots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Elbow Connector 7"/>
          <p:cNvCxnSpPr>
            <a:stCxn id="10" idx="2"/>
          </p:cNvCxnSpPr>
          <p:nvPr/>
        </p:nvCxnSpPr>
        <p:spPr>
          <a:xfrm rot="16200000" flipH="1">
            <a:off x="1195750" y="2398350"/>
            <a:ext cx="389801" cy="8255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 rot="16200000" flipH="1">
            <a:off x="1181100" y="4906099"/>
            <a:ext cx="355600" cy="7620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Elbow Connector 17"/>
          <p:cNvCxnSpPr>
            <a:stCxn id="12" idx="2"/>
          </p:cNvCxnSpPr>
          <p:nvPr/>
        </p:nvCxnSpPr>
        <p:spPr>
          <a:xfrm rot="5400000">
            <a:off x="10588784" y="2359184"/>
            <a:ext cx="399734" cy="825498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/>
          <p:cNvCxnSpPr/>
          <p:nvPr/>
        </p:nvCxnSpPr>
        <p:spPr>
          <a:xfrm rot="5400000">
            <a:off x="10590655" y="4827145"/>
            <a:ext cx="395989" cy="82550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10515599" y="1894678"/>
            <a:ext cx="137160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History/</a:t>
            </a:r>
          </a:p>
          <a:p>
            <a:r>
              <a:rPr lang="en-US" sz="2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Workspace</a:t>
            </a:r>
            <a:endParaRPr lang="en-IN" sz="20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14867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Graphic User Interfaces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9400" y="1449209"/>
            <a:ext cx="11480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provides simple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line interface(CLI)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user enters statements at command prompt (&gt;  by default) and each command is executed one at a time</a:t>
            </a:r>
            <a:r>
              <a:rPr lang="en-US" dirty="0"/>
              <a:t>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R</a:t>
            </a:r>
            <a:r>
              <a:rPr lang="en-US" dirty="0"/>
              <a:t>.	</a:t>
            </a:r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279400" y="2095540"/>
            <a:ext cx="1118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So, many GUIs ranging from syntax editors to full blown GUIs for doing analysis with drop down menus available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200041"/>
              </p:ext>
            </p:extLst>
          </p:nvPr>
        </p:nvGraphicFramePr>
        <p:xfrm>
          <a:off x="412750" y="3007203"/>
          <a:ext cx="5581650" cy="324852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4231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398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Eclipse with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StatET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plug-in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sng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http://www.eclipse.org </a:t>
                      </a:r>
                      <a:r>
                        <a:rPr lang="en-IN" sz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and </a:t>
                      </a:r>
                      <a:r>
                        <a:rPr lang="en-IN" sz="1200" u="sng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http://www.walware.de/goto/statet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398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ESS (Emacs Speaks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Statistics)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http://ess.r-project.org/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21585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Komodo Edit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with SciViews-K plug-in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http://www.activestate.com/komodo_edit/ http://www.</a:t>
                      </a:r>
                    </a:p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sciviews.org/</a:t>
                      </a:r>
                      <a:r>
                        <a:rPr lang="en-IN" sz="1200" u="sng" kern="1200" dirty="0" err="1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SciViews</a:t>
                      </a:r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-K/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53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http://www.rforge.net/JGR/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538">
                <a:tc>
                  <a:txBody>
                    <a:bodyPr/>
                    <a:lstStyle/>
                    <a:p>
                      <a:pPr algn="ctr"/>
                      <a:r>
                        <a:rPr lang="en-IN" sz="12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RStudio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http://www.rstudio.org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538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Tinn-R (Windows 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http://www.sciviews.org/Tinn-R/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3989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Notepad++ with NppToR </a:t>
                      </a:r>
                    </a:p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(windows only)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http://notepad-plus-plus.org/</a:t>
                      </a:r>
                    </a:p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http://sourceforge.net/projects/npptor/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1409700" y="5259169"/>
            <a:ext cx="800100" cy="20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3810000" y="5259169"/>
            <a:ext cx="1587500" cy="20320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ounded Rectangle 9"/>
          <p:cNvSpPr/>
          <p:nvPr/>
        </p:nvSpPr>
        <p:spPr>
          <a:xfrm>
            <a:off x="387350" y="2551371"/>
            <a:ext cx="5607050" cy="381000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TextBox 10"/>
          <p:cNvSpPr txBox="1"/>
          <p:nvPr/>
        </p:nvSpPr>
        <p:spPr>
          <a:xfrm>
            <a:off x="387350" y="2551372"/>
            <a:ext cx="58864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development environments and syntax editors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137286"/>
              </p:ext>
            </p:extLst>
          </p:nvPr>
        </p:nvGraphicFramePr>
        <p:xfrm>
          <a:off x="6273800" y="3022600"/>
          <a:ext cx="5581650" cy="324747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790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908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113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 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URL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523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JGR/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Deducer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b="0" u="sng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http://ifellows.ucsd.edu/pmwiki/pmwiki.php?n=Main.DeducerManua</a:t>
                      </a:r>
                      <a:endParaRPr lang="en-IN" sz="1200" u="sng" dirty="0">
                        <a:solidFill>
                          <a:srgbClr val="00206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5231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</a:t>
                      </a:r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AnalyticFlow</a:t>
                      </a:r>
                      <a:endParaRPr lang="en-IN" sz="12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http://www.ef-prime.com/products/ranalyticflow_en/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7287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Rattle (for data mining)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http://rattle.togaware.com/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7042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 Commander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http://socserv.mcmaster.ca/jfox/Misc/Rcmdr/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536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Red R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http://www.red-r.org/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180">
                <a:tc>
                  <a:txBody>
                    <a:bodyPr/>
                    <a:lstStyle/>
                    <a:p>
                      <a:pPr algn="ctr"/>
                      <a:r>
                        <a:rPr lang="en-IN" sz="1200" dirty="0" err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Rkward</a:t>
                      </a:r>
                      <a:r>
                        <a:rPr lang="en-IN" sz="12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sz="1200" u="sng" kern="1200" dirty="0">
                          <a:solidFill>
                            <a:srgbClr val="002060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http://rkward.sourceforge.net/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6273800" y="2551371"/>
            <a:ext cx="5588000" cy="369333"/>
          </a:xfrm>
          <a:prstGeom prst="roundRect">
            <a:avLst/>
          </a:prstGeom>
          <a:solidFill>
            <a:schemeClr val="accent2">
              <a:lumMod val="50000"/>
            </a:schemeClr>
          </a:solidFill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/>
          <p:cNvSpPr txBox="1"/>
          <p:nvPr/>
        </p:nvSpPr>
        <p:spPr>
          <a:xfrm>
            <a:off x="6553200" y="2533909"/>
            <a:ext cx="4584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GUIs</a:t>
            </a:r>
            <a:endParaRPr lang="en-IN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87638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First Session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55600" y="1765399"/>
            <a:ext cx="11417300" cy="437042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interpreted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based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language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case sensitive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Statements need not end with a semicolon. However if multiple statements are written in a line, semicolon is required</a:t>
            </a:r>
            <a:r>
              <a:rPr lang="en-US" dirty="0"/>
              <a:t>.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begin with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symbol</a:t>
            </a:r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 of calculations can be stored in objects using the assignment operators: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An arrow (&lt;-) formed by a smaller than character and a hyphen without a space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equal character (=)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names cannot contain `strange' symbols like !, +, -, #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dot (.)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underscore (_)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allowed, also a name starting with a dot.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 names can contain a number but cannot start with a number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Explicit print statements are not necessary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Script files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extension	</a:t>
            </a: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Quit R using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q()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command or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menu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-&gt;Exit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84637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Getting Help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9400" y="1449209"/>
            <a:ext cx="11760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Plethora of resources are available to help us learn about R. This include several facilities within R and the Web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92110201"/>
              </p:ext>
            </p:extLst>
          </p:nvPr>
        </p:nvGraphicFramePr>
        <p:xfrm>
          <a:off x="412750" y="2336799"/>
          <a:ext cx="7042150" cy="3901235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210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21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89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61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help.start()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Getting help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61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help("foo") or ?foo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 on function foo (the quotation marks are optional)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1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help.search("foo") or ??foo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the help system for instances of the string foo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112"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help(package=foo)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</a:t>
                      </a:r>
                      <a:r>
                        <a:rPr lang="en-US" sz="12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about entire package</a:t>
                      </a:r>
                      <a:endParaRPr lang="en-IN" sz="12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83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example("foo")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Examples of function foo (the quotation marks are optional)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655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RSiteSearch("foo")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 for the string foo in online help manuals and archived mailing lists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250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apropos("foo", mode="function")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all available functions with foo in their name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83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all available example datasets contained in currently loaded packages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68307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vignette()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all available vignettes for currently installed packages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6112"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vignette("foo")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specific vignettes for topic foo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3" name="Rectangle 2"/>
          <p:cNvSpPr/>
          <p:nvPr/>
        </p:nvSpPr>
        <p:spPr>
          <a:xfrm>
            <a:off x="1047750" y="3005455"/>
            <a:ext cx="2095500" cy="656590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TextBox 8"/>
          <p:cNvSpPr txBox="1"/>
          <p:nvPr/>
        </p:nvSpPr>
        <p:spPr>
          <a:xfrm>
            <a:off x="8128000" y="2349500"/>
            <a:ext cx="3556000" cy="28623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Manuals available from </a:t>
            </a:r>
            <a:r>
              <a:rPr lang="en-US" dirty="0">
                <a:hlinkClick r:id="rId3" action="ppaction://hlinkfile"/>
              </a:rPr>
              <a:t>http://www.r-project.org/</a:t>
            </a:r>
            <a:endParaRPr lang="en-US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Search engines listed on R home page. Click Search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dirty="0"/>
              <a:t>“sos” </a:t>
            </a:r>
            <a:r>
              <a:rPr lang="en-US" dirty="0"/>
              <a:t>package in R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dirty="0"/>
              <a:t>Rseek search engine: </a:t>
            </a:r>
            <a:r>
              <a:rPr lang="en-US" u="sng" dirty="0">
                <a:solidFill>
                  <a:schemeClr val="accent5"/>
                </a:solidFill>
              </a:rPr>
              <a:t>http://www.rseek.org/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u="sng" dirty="0">
                <a:solidFill>
                  <a:schemeClr val="accent5"/>
                </a:solidFill>
              </a:rPr>
              <a:t>http://stackoverflow.com/</a:t>
            </a:r>
          </a:p>
          <a:p>
            <a:pPr marL="285750" indent="-285750">
              <a:buClr>
                <a:schemeClr val="tx1"/>
              </a:buClr>
              <a:buFont typeface="Wingdings" panose="05000000000000000000" pitchFamily="2" charset="2"/>
              <a:buChar char="ü"/>
            </a:pPr>
            <a:r>
              <a:rPr lang="en-US" u="sng" dirty="0">
                <a:solidFill>
                  <a:schemeClr val="accent5"/>
                </a:solidFill>
              </a:rPr>
              <a:t>http://r.789695.n4.nabble.com/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US" u="sng" dirty="0">
              <a:solidFill>
                <a:schemeClr val="accent1"/>
              </a:solidFill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9100" y="1849319"/>
            <a:ext cx="7023100" cy="36933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/>
          <p:cNvSpPr txBox="1"/>
          <p:nvPr/>
        </p:nvSpPr>
        <p:spPr>
          <a:xfrm>
            <a:off x="622300" y="1849318"/>
            <a:ext cx="66167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Internal Help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8064500" y="1849318"/>
            <a:ext cx="3619500" cy="36933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/>
          <p:cNvSpPr txBox="1"/>
          <p:nvPr/>
        </p:nvSpPr>
        <p:spPr>
          <a:xfrm>
            <a:off x="8489950" y="1839010"/>
            <a:ext cx="26416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Internet Help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85989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Workspace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9400" y="1449209"/>
            <a:ext cx="115824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(vectors, matrices, functions, data frames, or lists).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you create during an R session are held in </a:t>
            </a:r>
            <a:r>
              <a:rPr lang="en-US" alt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memory,</a:t>
            </a: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collection of objects that you currently have is called the workspace. This workspace is not saved on disk unless you tell R to do so.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9400" y="2501120"/>
            <a:ext cx="7086600" cy="369331"/>
          </a:xfrm>
          <a:prstGeom prst="roundRect">
            <a:avLst/>
          </a:prstGeom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666750" y="2501120"/>
            <a:ext cx="6311900" cy="3693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Functions for managing R Workspace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0791353"/>
              </p:ext>
            </p:extLst>
          </p:nvPr>
        </p:nvGraphicFramePr>
        <p:xfrm>
          <a:off x="279401" y="2998197"/>
          <a:ext cx="7086600" cy="3156919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35552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313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93887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getwd()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the current working directory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setwd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mydirectory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")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the current working directory to mydirectory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List the objects in the current workspace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rm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objectlist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 (delete) one or more objects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help(options)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Learn about available options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options()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View or set current options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history(#)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Display your last # commands (default = 25)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91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savehistory("myfile")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the commands history to myfile ( default =.Rhistory)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91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loadhistory</a:t>
                      </a:r>
                      <a:endParaRPr lang="en-IN" sz="11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("myfile") Reload a command’s history (default = .Rhistory).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0789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save.image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("myfile")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the workspace to myfile (default = .RData).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091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save(</a:t>
                      </a:r>
                      <a:r>
                        <a:rPr lang="en-IN" sz="11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objectlist,file</a:t>
                      </a:r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="myfile") 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Save specific objects to a file.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0918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load("myfile")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a workspace into the current session (default =.RData)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9" name="Rectangle 8"/>
          <p:cNvSpPr/>
          <p:nvPr/>
        </p:nvSpPr>
        <p:spPr>
          <a:xfrm>
            <a:off x="7937500" y="2957313"/>
            <a:ext cx="1701800" cy="820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ight Arrow 9"/>
          <p:cNvSpPr/>
          <p:nvPr/>
        </p:nvSpPr>
        <p:spPr>
          <a:xfrm>
            <a:off x="9804400" y="3191568"/>
            <a:ext cx="431800" cy="350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Oval 10"/>
          <p:cNvSpPr/>
          <p:nvPr/>
        </p:nvSpPr>
        <p:spPr>
          <a:xfrm>
            <a:off x="10502900" y="2957313"/>
            <a:ext cx="1257300" cy="820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 11"/>
          <p:cNvSpPr/>
          <p:nvPr/>
        </p:nvSpPr>
        <p:spPr>
          <a:xfrm>
            <a:off x="7937500" y="4310379"/>
            <a:ext cx="1701800" cy="820421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Right Arrow 12"/>
          <p:cNvSpPr/>
          <p:nvPr/>
        </p:nvSpPr>
        <p:spPr>
          <a:xfrm>
            <a:off x="9804400" y="4545329"/>
            <a:ext cx="431800" cy="35052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Oval 13"/>
          <p:cNvSpPr/>
          <p:nvPr/>
        </p:nvSpPr>
        <p:spPr>
          <a:xfrm>
            <a:off x="10502900" y="4310378"/>
            <a:ext cx="1257300" cy="8204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/>
          <p:cNvSpPr txBox="1"/>
          <p:nvPr/>
        </p:nvSpPr>
        <p:spPr>
          <a:xfrm>
            <a:off x="8129393" y="4458978"/>
            <a:ext cx="133210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128000" y="3095237"/>
            <a:ext cx="1330325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RAM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0591800" y="2998194"/>
            <a:ext cx="1092200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Mass Storage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693400" y="4484469"/>
            <a:ext cx="99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.Rdata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937500" y="5279398"/>
            <a:ext cx="37465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workspace is saved as a file called .Rdata and when R starts up, it checks for such a file in the current working directory and loads it automatically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352811" y="3419605"/>
            <a:ext cx="1503123" cy="739036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44753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 of R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3169155079"/>
              </p:ext>
            </p:extLst>
          </p:nvPr>
        </p:nvGraphicFramePr>
        <p:xfrm>
          <a:off x="406400" y="1217231"/>
          <a:ext cx="8864600" cy="425873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0" name="Picture 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759" y="643077"/>
            <a:ext cx="2423741" cy="18589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32274" y="2611715"/>
            <a:ext cx="2660710" cy="1474664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50759" y="4196056"/>
            <a:ext cx="2322176" cy="170672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46100" y="2288549"/>
            <a:ext cx="195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+5800 packages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020530" y="1595577"/>
            <a:ext cx="1955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30 packages</a:t>
            </a:r>
            <a:endParaRPr lang="en-IN" dirty="0">
              <a:latin typeface="Arial Black" panose="020B0A04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121150" y="5414168"/>
            <a:ext cx="19558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Arial Black" panose="020B0A04020102020204" pitchFamily="34" charset="0"/>
              </a:rPr>
              <a:t>+5700 packages</a:t>
            </a:r>
            <a:endParaRPr lang="en-IN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78501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Packages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406400" y="1449209"/>
            <a:ext cx="114681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Functionality of R is divided into a number of packages.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Packages are collections of R functions, data, and compiled code in a well-defined format. The directory where packages are stored on your computer is called the library.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05920932"/>
              </p:ext>
            </p:extLst>
          </p:nvPr>
        </p:nvGraphicFramePr>
        <p:xfrm>
          <a:off x="406400" y="2336798"/>
          <a:ext cx="8026399" cy="3784601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402673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9966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06709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Function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cell3D prstMaterial="dkEdge">
                      <a:bevel prst="relaxedInset"/>
                      <a:lightRig rig="flood" dir="t"/>
                    </a:cell3D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Action</a:t>
                      </a:r>
                      <a:endParaRPr lang="en-IN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.libPaths()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Where library is located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packages stored in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497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search()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Which packages are loaded 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6963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install.packages(“packagename”,dependencies=TRUE)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Loads required package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as well as dependent packages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update.packages(“packagename”)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Updates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required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library(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packagename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)/require(</a:t>
                      </a:r>
                      <a:r>
                        <a:rPr lang="en-US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packagename</a:t>
                      </a: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Load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help(package="package_name")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Help about required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85084"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detach(“package:package_name”,unload=TRUE)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fontAlgn="b"/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Unload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00660"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remove.packages(“packagename”)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Permanently delete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47838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</a:t>
                      </a:r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("package:package_name", all = TRUE)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Shows all functions and datasets in</a:t>
                      </a:r>
                      <a:r>
                        <a:rPr lang="en-US" sz="1400" b="0" i="0" u="none" strike="noStrike" baseline="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400660"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data(package = “packagename")$results</a:t>
                      </a: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14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all datasets with brief description in package</a:t>
                      </a:r>
                      <a:endParaRPr lang="en-IN" sz="1400" b="0" i="0" u="none" strike="noStrike" dirty="0">
                        <a:solidFill>
                          <a:srgbClr val="000000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99666" y="2336800"/>
            <a:ext cx="3274834" cy="379730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028538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Creation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9" name="Diagram 8"/>
          <p:cNvGraphicFramePr/>
          <p:nvPr>
            <p:extLst>
              <p:ext uri="{D42A27DB-BD31-4B8C-83A1-F6EECF244321}">
                <p14:modId xmlns:p14="http://schemas.microsoft.com/office/powerpoint/2010/main" val="4216557582"/>
              </p:ext>
            </p:extLst>
          </p:nvPr>
        </p:nvGraphicFramePr>
        <p:xfrm>
          <a:off x="704040" y="1678199"/>
          <a:ext cx="9309100" cy="42407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11" name="Picture 10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0700" y="838200"/>
            <a:ext cx="4991100" cy="27488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1918" y="3601008"/>
            <a:ext cx="4798282" cy="2558492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21382020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ounded Rectangle 9"/>
          <p:cNvSpPr/>
          <p:nvPr/>
        </p:nvSpPr>
        <p:spPr>
          <a:xfrm>
            <a:off x="419100" y="2218650"/>
            <a:ext cx="6896100" cy="3902750"/>
          </a:xfrm>
          <a:prstGeom prst="roundRect">
            <a:avLst/>
          </a:prstGeom>
          <a:ln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ounded Rectangle 7"/>
          <p:cNvSpPr/>
          <p:nvPr/>
        </p:nvSpPr>
        <p:spPr>
          <a:xfrm>
            <a:off x="419100" y="1449209"/>
            <a:ext cx="6896100" cy="467167"/>
          </a:xfrm>
          <a:prstGeom prst="roundRect">
            <a:avLst/>
          </a:prstGeom>
          <a:ln/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aphicFrame>
        <p:nvGraphicFramePr>
          <p:cNvPr id="2" name="Diagram 1"/>
          <p:cNvGraphicFramePr/>
          <p:nvPr>
            <p:extLst>
              <p:ext uri="{D42A27DB-BD31-4B8C-83A1-F6EECF244321}">
                <p14:modId xmlns:p14="http://schemas.microsoft.com/office/powerpoint/2010/main" val="2010867991"/>
              </p:ext>
            </p:extLst>
          </p:nvPr>
        </p:nvGraphicFramePr>
        <p:xfrm>
          <a:off x="7175500" y="1295400"/>
          <a:ext cx="5016500" cy="47117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Objects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19100" y="1462579"/>
            <a:ext cx="77724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anything that can be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assigned to a variable</a:t>
            </a:r>
            <a:endParaRPr lang="en-IN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698500" y="2432075"/>
            <a:ext cx="6032500" cy="36933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objects come in a variety of types. Given an object, the functions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tell us about its type.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mode(object)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to do with how the object is stored. R has 5 basic modes: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800100" lvl="1" indent="-342900">
              <a:buFont typeface="+mj-lt"/>
              <a:buAutoNum type="arabicPeriod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class(object)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gives the class of an object. The main purpose of the class is so that generic functions (like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plot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know what to do with it.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506122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ounded Rectangle 1"/>
          <p:cNvSpPr/>
          <p:nvPr/>
        </p:nvSpPr>
        <p:spPr>
          <a:xfrm>
            <a:off x="419100" y="162844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781050" y="1628445"/>
            <a:ext cx="2628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30200" y="2269346"/>
            <a:ext cx="1145540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vector type is really the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heart of R.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 are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one-dimensional arrays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can hold numeric data, character data, or logical data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concatenate function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c()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used to form the vector</a:t>
            </a: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x&lt;-c(1,2,3)                                     #Numeric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y&lt;-c(“one”, “two”, “three”)         #Character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z&lt;-c(TRUE, TRUE, FALSE)        #Logical </a:t>
            </a:r>
          </a:p>
          <a:p>
            <a:endParaRPr lang="en-US" sz="1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that the data in a vector must only be 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type or mode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(numeric, character, or logical)</a:t>
            </a:r>
          </a:p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refer to elements of a vector using a numeric vector of positions within brackets</a:t>
            </a:r>
          </a:p>
          <a:p>
            <a:r>
              <a:rPr lang="en-US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x[c(1,3)]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refers to the 1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3</a:t>
            </a:r>
            <a:r>
              <a:rPr lang="en-US" sz="20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of vector x</a:t>
            </a:r>
          </a:p>
        </p:txBody>
      </p:sp>
    </p:spTree>
    <p:extLst>
      <p:ext uri="{BB962C8B-B14F-4D97-AF65-F5344CB8AC3E}">
        <p14:creationId xmlns:p14="http://schemas.microsoft.com/office/powerpoint/2010/main" val="30962340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23850" y="2273869"/>
            <a:ext cx="11480800" cy="673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444500" y="802078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1498600" y="784715"/>
            <a:ext cx="26543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6700" y="1408029"/>
            <a:ext cx="11582400" cy="49552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matrix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two-dimensional array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each element has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mode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(numeric, character, or logical). Matrices are created with the matrix function . The general format is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mymatrix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 matrix(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IN" sz="16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nrow=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number_of_rows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ncol= 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number_of_columns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byrow= 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logical_value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dimnames=list(</a:t>
            </a:r>
          </a:p>
          <a:p>
            <a:pPr algn="just"/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char_vector_rownames, char_vector_colnames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</a:p>
          <a:p>
            <a:pPr algn="just"/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y1&lt;-matrix(1:30,nrow=5,ncol=6)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y2&lt;-1:30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dim(y2)&lt;-c(5,6)</a:t>
            </a:r>
          </a:p>
          <a:p>
            <a:pPr indent="-285750">
              <a:buFont typeface="Arial" panose="020B0604020202020204" pitchFamily="34" charset="0"/>
              <a:buChar char="•"/>
            </a:pPr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y3&lt;-cbind(1:5,6:10,11:15,16:20,21:25,26:30)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identify rows, columns, or elements of a matrix by using subscripts and brackets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y1[2, ]                           #Second row of matrix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y1[ ,3] 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#Third column of matrix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y1[2,3]</a:t>
            </a:r>
            <a:r>
              <a:rPr lang="en-US" sz="1600" b="1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#Element in the second row &amp; third column of matrix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y1[3,c(1,5)]                  #Elements in third row &amp; 1st &amp; 5th columns of matrix</a:t>
            </a:r>
          </a:p>
        </p:txBody>
      </p:sp>
    </p:spTree>
    <p:extLst>
      <p:ext uri="{BB962C8B-B14F-4D97-AF65-F5344CB8AC3E}">
        <p14:creationId xmlns:p14="http://schemas.microsoft.com/office/powerpoint/2010/main" val="319551122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393700" y="76484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20700" y="764845"/>
            <a:ext cx="3454400" cy="461665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Arrays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93700" y="2387600"/>
            <a:ext cx="4965700" cy="33672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79400" y="1524000"/>
            <a:ext cx="11595100" cy="36317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Arrays are similar to matrices but can have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than two dimensions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They’re created with an array function of the following form: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myarray</a:t>
            </a:r>
            <a:r>
              <a:rPr lang="en-IN" sz="1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 array(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vector, dimensions, dimnames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dim1&lt;- c(“A1”, “A2”)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dim2&lt;- c(“B1”, “B2”, “B3”)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dim3&lt;- c(“C1”, “C2”, “C3”, “C4”, “C5”)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z&lt;- array(1:30, c(2,3,5), dimnames=list(dim1,dim2,dim3))</a:t>
            </a:r>
          </a:p>
          <a:p>
            <a:endParaRPr lang="en-US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 matrices and vectors, they must be of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mode.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Extracting elements of an array is similar to that of matrices</a:t>
            </a:r>
          </a:p>
        </p:txBody>
      </p:sp>
    </p:spTree>
    <p:extLst>
      <p:ext uri="{BB962C8B-B14F-4D97-AF65-F5344CB8AC3E}">
        <p14:creationId xmlns:p14="http://schemas.microsoft.com/office/powerpoint/2010/main" val="2579539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393700" y="76484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685800" y="754990"/>
            <a:ext cx="31242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 Frames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393700" y="2806700"/>
            <a:ext cx="4356100" cy="339249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342900" y="1258736"/>
            <a:ext cx="11468100" cy="55707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common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structure in R is data frame. A data frame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general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a matrix in that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columns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contain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modes of data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(numeric, character, etc.)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frame is created with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data.frame()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:</a:t>
            </a:r>
          </a:p>
          <a:p>
            <a:endParaRPr lang="en-IN" dirty="0"/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col1, col2, col3</a:t>
            </a:r>
            <a:r>
              <a:rPr lang="en-IN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… are column vectors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type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(such as character, numeric, or logical)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index&lt;- c(1,2,3)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name&lt;- c(“Peter”, “ Roger”, “Hansen”)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marks&lt;- c(83, 56, 95)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marksheet&lt;- data.frame( index, name, marks)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marksheet[ ,1:2]                                 # Extracting first 2 columns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marksheet[1:2, ]                                 # Extracting first 2 rows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marksheet[ , c(“name”, “marks”)]   # Extracting columns using column names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marksheet$marks                              # Extracting a particular column of a data frame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42900" y="2806701"/>
            <a:ext cx="467360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mydata.frame &lt;-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data.frame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(col1, col2, col3,…)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504423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393700" y="76484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3" name="TextBox 2"/>
          <p:cNvSpPr txBox="1"/>
          <p:nvPr/>
        </p:nvSpPr>
        <p:spPr>
          <a:xfrm>
            <a:off x="577850" y="764845"/>
            <a:ext cx="334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93700" y="2933700"/>
            <a:ext cx="3238500" cy="306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4305300" y="2933700"/>
            <a:ext cx="4406900" cy="30652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393700" y="1485900"/>
            <a:ext cx="11468100" cy="49859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are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complex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R data types. Basically, a list is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collection of objects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(components). A list may contain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vectors, matrices, data frames, arrays and even other lists.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create a list using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: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mylist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 </a:t>
            </a: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(object1, object2, …)            or      mylist</a:t>
            </a:r>
            <a:r>
              <a:rPr lang="en-IN" sz="1600" dirty="0"/>
              <a:t> &lt;- list</a:t>
            </a:r>
            <a:r>
              <a:rPr lang="en-IN" sz="1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(name1=object1, name2=object2, …)      </a:t>
            </a:r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listR&lt;-list( title=“First list”, x= c(1,4,5), matrix(1:10,2,5), marksheet=marksheet)</a:t>
            </a:r>
          </a:p>
          <a:p>
            <a:endParaRPr lang="en-US" sz="1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Note, extraction of elements from list is slightly different.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listR[[2]]                 # Extracting second object of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listR[[“x”]]             # Extracting object by name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listR$x                    # Alternate way of extracting single object of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listR[[2]] [3]           # Extracting a particular element in an object of the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listR[c(1,3)]            # Extracting multiple objects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22559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393700" y="76484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790161" y="780957"/>
            <a:ext cx="29154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endParaRPr lang="en-IN" sz="2400" b="1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Diagram 6"/>
          <p:cNvGraphicFramePr/>
          <p:nvPr>
            <p:extLst>
              <p:ext uri="{D42A27DB-BD31-4B8C-83A1-F6EECF244321}">
                <p14:modId xmlns:p14="http://schemas.microsoft.com/office/powerpoint/2010/main" val="4151434680"/>
              </p:ext>
            </p:extLst>
          </p:nvPr>
        </p:nvGraphicFramePr>
        <p:xfrm>
          <a:off x="569843" y="1274848"/>
          <a:ext cx="7951305" cy="43467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cxnSp>
        <p:nvCxnSpPr>
          <p:cNvPr id="11" name="Elbow Connector 10"/>
          <p:cNvCxnSpPr/>
          <p:nvPr/>
        </p:nvCxnSpPr>
        <p:spPr>
          <a:xfrm flipV="1">
            <a:off x="8534400" y="2398644"/>
            <a:ext cx="1152939" cy="530087"/>
          </a:xfrm>
          <a:prstGeom prst="bentConnector3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Elbow Connector 15"/>
          <p:cNvCxnSpPr/>
          <p:nvPr/>
        </p:nvCxnSpPr>
        <p:spPr>
          <a:xfrm>
            <a:off x="8534399" y="1990587"/>
            <a:ext cx="1152940" cy="408057"/>
          </a:xfrm>
          <a:prstGeom prst="bentConnector3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9674639" y="2213978"/>
            <a:ext cx="218716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" name="Straight Connector 19"/>
          <p:cNvCxnSpPr/>
          <p:nvPr/>
        </p:nvCxnSpPr>
        <p:spPr>
          <a:xfrm flipV="1">
            <a:off x="8534399" y="3945833"/>
            <a:ext cx="1152940" cy="55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 flipV="1">
            <a:off x="8521699" y="4960487"/>
            <a:ext cx="1152940" cy="552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9687339" y="3621208"/>
            <a:ext cx="218716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9687339" y="4694969"/>
            <a:ext cx="2187161" cy="5232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Integer</a:t>
            </a:r>
            <a:endParaRPr lang="en-IN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347674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848139"/>
            <a:ext cx="115824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(nominal)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ordered categorical (ordinal)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variables in R are called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factors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function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stores the categorical values as a vector of integers internally.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is used to create a factor.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Nominal data: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&lt;-  c("Type1", "Type2", "Type1", "Type1“,"Type3")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fdata &lt;- factor(data)</a:t>
            </a:r>
          </a:p>
          <a:p>
            <a:r>
              <a:rPr lang="pt-BR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rdata &lt;- factor(data,labels=c("I","II","III"))</a:t>
            </a:r>
          </a:p>
          <a:p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Ordinal data:</a:t>
            </a:r>
          </a:p>
          <a:p>
            <a:endParaRPr lang="pt-BR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&lt;- c(“Ailing", "Improved", "Excellent", “Ailing")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status &lt;- factor(status, order= TRUE, levels=c("Poor", "Improved", "Excellent"))</a:t>
            </a: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assigns the levels of the factor variable as 1=Poor, 2=Improved, 3=Excellent.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288055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Input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26" name="Picture 2" descr="https://encrypted-tbn1.gstatic.com/images?q=tbn:ANd9GcT6Sa_Dc9DXZsnVxDGN4nLOD-KAR2EC9Q8dpoRrM_y-Mxc9g3l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19625" y="977898"/>
            <a:ext cx="2914650" cy="1571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ounded Rectangle 6"/>
          <p:cNvSpPr/>
          <p:nvPr/>
        </p:nvSpPr>
        <p:spPr>
          <a:xfrm>
            <a:off x="279400" y="1516766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609600" y="1516766"/>
            <a:ext cx="3048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Keyboard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79400" y="2451100"/>
            <a:ext cx="115951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Simplest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 of data entry.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edit()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in R will invoke a text editor that will allow you to enter your data manually. Here are the steps involved: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Create an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empty data frame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(or matrix) with the variable names and modes you want to have in the final dataset.</a:t>
            </a: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Invoke the text editor on this data object, enter your data, and save the results back to the data object.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keyboard.data&lt;- data.frame( name=character(0),gender=character(0),age=numeric(0),marks=numeric(0))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keyboard.data&lt;- edit( keyboard.data)  #Alternative for this line: fix(keyboard.data)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you click on a column title, the editor gives you the option of changing the variable name and type (numeric, character). You can add additional variables by clicking on the titles of unused columns.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method of data entry works well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datasets</a:t>
            </a:r>
          </a:p>
        </p:txBody>
      </p:sp>
    </p:spTree>
    <p:extLst>
      <p:ext uri="{BB962C8B-B14F-4D97-AF65-F5344CB8AC3E}">
        <p14:creationId xmlns:p14="http://schemas.microsoft.com/office/powerpoint/2010/main" val="342063123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266700" y="835619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457200" y="867845"/>
            <a:ext cx="35179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Delimited Text File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3300" y="731430"/>
            <a:ext cx="2971800" cy="1543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279400" y="2283895"/>
            <a:ext cx="9067800" cy="31583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79400" y="1676400"/>
            <a:ext cx="115824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read.table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mydataframe &lt;- read.table (file, header=logical_value, sep="delimiter", row.names="name")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delimited ASCII file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header is a logical value indicating whether the first row contains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names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 or FALSE), sep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specifies the delimiter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separating data values, and row.names is an optional parameter specifying one or more variables to represent row identifiers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cars.data &lt;- read.table(“C:\\Users\\Suprit\\Desktop\\cars.csv", header=TRUE, sep=",", row.names="ID")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“\\” or “/”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specifying file path in 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default separator in read.table is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sep="",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denotes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spaces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tabs, new lines, or carriage returns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default, character variables are converted to factors. Including the option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stringsAsFactors=FALSE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 turn this behaviour off for all character variables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use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colClasses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 to specify a class (for example, logical, numeric, character, factor) for each column.</a:t>
            </a:r>
          </a:p>
        </p:txBody>
      </p:sp>
    </p:spTree>
    <p:extLst>
      <p:ext uri="{BB962C8B-B14F-4D97-AF65-F5344CB8AC3E}">
        <p14:creationId xmlns:p14="http://schemas.microsoft.com/office/powerpoint/2010/main" val="3843369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/>
          <p:cNvSpPr/>
          <p:nvPr/>
        </p:nvSpPr>
        <p:spPr>
          <a:xfrm>
            <a:off x="266700" y="2531165"/>
            <a:ext cx="10375900" cy="17095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0" name="Rectangle 9"/>
          <p:cNvSpPr/>
          <p:nvPr/>
        </p:nvSpPr>
        <p:spPr>
          <a:xfrm>
            <a:off x="279400" y="5734160"/>
            <a:ext cx="4495800" cy="32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5175371" y="5734160"/>
            <a:ext cx="5467229" cy="32247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5175371" y="5130800"/>
            <a:ext cx="5467229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279400" y="5130800"/>
            <a:ext cx="4495800" cy="2921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1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266700" y="835619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590550" y="835619"/>
            <a:ext cx="3060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 Spreadsheets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75371" y="760769"/>
            <a:ext cx="1073029" cy="10730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41300" y="2071965"/>
            <a:ext cx="112903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AVOID IMPORTING DATA IN EXCEL FORMAT !!!</a:t>
            </a:r>
          </a:p>
          <a:p>
            <a:endParaRPr lang="en-US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Reasons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Cells could be merged, colored, bold etc.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Several data tables could be put anywhere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Charts inside sheets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more issues with importing excel files go to :</a:t>
            </a:r>
            <a:r>
              <a:rPr lang="en-US" u="sng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http://biostat.mc.vanderbilt.edu/wiki/Main/</a:t>
            </a:r>
            <a:r>
              <a:rPr lang="en-US" u="sng" dirty="0" err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ExcelProblems</a:t>
            </a:r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u="sng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Solution: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 your excel data in a pure text format 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or tab-delimited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CSV: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mycsv &lt;- read.csv(file,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header=logical_value)     or  mycsv &lt;- read.table (file, header=logical_value, sep=“,”)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Tab-delimited: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mytab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read.delim(file,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header=logical_value) or   mytab &lt;- read.table (file, header=logical_value, sep=“\t”)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66552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266700" y="835619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782430" y="851731"/>
            <a:ext cx="267693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SPSS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66700" y="1471273"/>
            <a:ext cx="11328952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SPSS datasets can be imported into R via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read.spss()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. Alternatively, you can use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spss.get()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Hmisc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</a:t>
            </a:r>
            <a:r>
              <a:rPr lang="en-IN" dirty="0"/>
              <a:t>.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install.packages("Hmisc")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library(Hmisc)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myspssdata &lt;- spss.get("mydata.sav", use.value.labels=TRUE)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279400" y="3013763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8" name="TextBox 7"/>
          <p:cNvSpPr txBox="1"/>
          <p:nvPr/>
        </p:nvSpPr>
        <p:spPr>
          <a:xfrm>
            <a:off x="921577" y="3029875"/>
            <a:ext cx="23986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79400" y="3706212"/>
            <a:ext cx="11475830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number of functions in R are designed to import SAS datasets, including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read.ssd()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foreign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,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sas.get()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Hmisc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 .and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read.sas7bdat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sas7bdat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package. But it is recommended to save SAS datasets in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csv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format</a:t>
            </a:r>
          </a:p>
          <a:p>
            <a:r>
              <a:rPr lang="en-IN" b="1" dirty="0"/>
              <a:t>SAS program: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 export data= mydata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outfile ="mydata.csv"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dbms =csv;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run;</a:t>
            </a:r>
          </a:p>
          <a:p>
            <a:r>
              <a:rPr lang="en-IN" b="1" dirty="0"/>
              <a:t>R program: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mydata &lt;- read.table("mydata.csv", header=TRUE, sep=",")</a:t>
            </a:r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15854" y="3043921"/>
            <a:ext cx="1161096" cy="447619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5854" y="835619"/>
            <a:ext cx="1136117" cy="493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422777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ounded Rectangle 5"/>
          <p:cNvSpPr/>
          <p:nvPr/>
        </p:nvSpPr>
        <p:spPr>
          <a:xfrm>
            <a:off x="279400" y="827155"/>
            <a:ext cx="3708400" cy="49389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extBox 1"/>
          <p:cNvSpPr txBox="1"/>
          <p:nvPr/>
        </p:nvSpPr>
        <p:spPr>
          <a:xfrm>
            <a:off x="477078" y="827155"/>
            <a:ext cx="331304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Annotating datasets</a:t>
            </a:r>
            <a:endParaRPr lang="en-I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292100" y="1563757"/>
            <a:ext cx="11582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Variable labels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to edit variable names in data frame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 data.frame (a=c(21,33,43),b=c(“Jeffrey”, “Pat”, “Maurice”), c=c(“M”, “M”, “M”))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names(x) &lt;-c(“Age”, “Name”, “Gender”)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 labels</a:t>
            </a:r>
          </a:p>
          <a:p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factor()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can be used to create value labels for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categorical variables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cs typeface="Times New Roman" panose="02020603050405020304" pitchFamily="18" charset="0"/>
              </a:rPr>
              <a:t>Nominal data</a:t>
            </a:r>
            <a:endParaRPr lang="en-IN" i="1" dirty="0">
              <a:cs typeface="Times New Roman" panose="02020603050405020304" pitchFamily="18" charset="0"/>
            </a:endParaRP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patientdata$gender &lt;- factor(patientdata$gender, levels = c(1,2),labels = c("male", "female"))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>
                <a:cs typeface="Times New Roman" panose="02020603050405020304" pitchFamily="18" charset="0"/>
              </a:rPr>
              <a:t>Ordinal data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student$grade &lt;- ordered(student$grade, levels = c(1,3, 5), labels = c("Low", "Medium", "High")) </a:t>
            </a: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924524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080000" y="1905000"/>
            <a:ext cx="4495800" cy="91440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79768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8300" y="1449209"/>
            <a:ext cx="114935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 data type in R</a:t>
            </a:r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Adding/Deleting</a:t>
            </a:r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 c(23,12,43,1)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 c(x[1:3],456,x[4]) #Insert 456 before 1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Obtaining length of vector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length(x)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Declaration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y&lt;- c(5,12,13)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y&lt;- vector(length=3)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y[1]&lt;-5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y[2]&lt;-12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y[3]&lt;-13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143500" y="2019300"/>
            <a:ext cx="4203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Always reassign the vector while editing/appending the vector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080000" y="3396774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 of a null vector is 0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80000" y="454664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need to mention the  variable type of the vector like C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490638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66700" y="762000"/>
            <a:ext cx="115951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Arithmetic</a:t>
            </a:r>
          </a:p>
          <a:p>
            <a:r>
              <a:rPr lang="en-US" dirty="0"/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x&lt;-c(1,2,3)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y&lt;-c(2,4,6)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x+y          #addition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x*y          #multiplication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y/x           #division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x^y          #exponentiation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y%%x     #just the remainder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y%/%x    #Integer part of the quotient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Indexing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x&lt;-c(1,4,5,12,-9)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x[c(1,3)]            #Extract 1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3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of x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x[1:3]                #Extract 1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, 2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3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elements of x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x[-5]                  #Exclude the 5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of x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x[-c(2,4)]          #Exclude 2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4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element of x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endParaRPr lang="en-IN" dirty="0"/>
          </a:p>
        </p:txBody>
      </p:sp>
      <p:sp>
        <p:nvSpPr>
          <p:cNvPr id="6" name="TextBox 5"/>
          <p:cNvSpPr txBox="1"/>
          <p:nvPr/>
        </p:nvSpPr>
        <p:spPr>
          <a:xfrm>
            <a:off x="5549900" y="165240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 can be used as a calculator. Note that the operations occurs element by element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549900" y="4128909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Frequently used operation. Negative subscripts mean that we want to exclude elements in our output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35650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406400" y="533400"/>
            <a:ext cx="115824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Generating vectors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 c(2,4,6,8,10,11,11,11,11,11.5,11.5,11.75,11.75,12,13,14,15)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x1&lt;- 12:15                                                     #  “:” Produces consecutive integers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x2&lt;- seq (from=2,to=10,by=2)                     # “seq” generates a AP sequence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x2.1&lt;-seq(from=2,to=10,length=5)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x3&lt;- rep(11,times=4)                                    # Repeat constants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x4&lt;- rep(c(11.5,11.75),each=2)   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 c(x2, x3,x4,x1)                              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all() and any()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x&lt;-1:15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any(x&gt;4)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all(x&gt;4)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705600" y="224930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Very useful in data creation. Frequently required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705600" y="3857387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any() &amp; all() functions are shortcuts to report whether any or all of their arguments are TRUE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668857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92100" y="811054"/>
            <a:ext cx="1158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 Operations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of the most effective ways to achieve speed in R code is to use operations that are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that a function applied to a vector is actually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applied individually to each element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u&lt;- c(5,2,8)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v&lt;- c(1,3,9)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u&gt;v                  #Checking condition element wise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sum(u&gt;v)        #Number of instances where condition is  TRUE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sqrt (1:9)        # Mathematical functions are vectorized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w&lt;- c(1.2,3.9,0.4)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round(w)       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u+4  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 &amp; NULL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x&lt;-c(12,NA,20,28)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mean(x)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mean(x,na.rm=TRUE)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y&lt;-c(12,NULL,20,28)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mean(y)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269755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R, vectorization is often done for both (a) readability and (b) performance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4678759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Missing data in R is represented by NA. NULL on the other hand represents non existent values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6170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81000" y="749300"/>
            <a:ext cx="1149350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allows us to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 vector elements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satisfy certain conditions. Very useful in data manipulation.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x&lt;-c(2,6,3,8,10)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y&lt;- x&gt;5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x[y]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# 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x[x&gt;5]   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price&lt;-c(10,30,20,50)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sales&lt;-c(1000,200,500,100)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price[(sales*2)&gt;300]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z&lt;-c(1,3,8,2,20)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z[z&gt;3]&lt;-0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z</a:t>
            </a: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75300" y="231655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Extraction of vector elements based on multiple conditions is also possible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75300" y="3614013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Here we are using one vector to determine indices to use in filtering another vector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5300" y="469145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Assignment can be compactly done based on certain conditions easily</a:t>
            </a:r>
          </a:p>
        </p:txBody>
      </p:sp>
    </p:spTree>
    <p:extLst>
      <p:ext uri="{BB962C8B-B14F-4D97-AF65-F5344CB8AC3E}">
        <p14:creationId xmlns:p14="http://schemas.microsoft.com/office/powerpoint/2010/main" val="108822027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81000" y="850900"/>
            <a:ext cx="11493500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with the subset() function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x&lt;-c(2,6,3,8,10)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subset(x, x&gt;5)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y&lt;- c(6,1:3,NA,12)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y[y&gt;5]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subset(y, y&gt;5)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using which() function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x&lt;-c(2,6,3,8,10)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which(x&gt;5)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x[which(x&gt;5)]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156200" y="1681896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Difference between ordinary filtering &amp; this is the manner in which NA values are handled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56200" y="392050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which() allows us to find out the positions that satisfy the given conditions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412766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368300" y="1981200"/>
            <a:ext cx="1574800" cy="3683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68300" y="850900"/>
            <a:ext cx="115062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Vectorized ifelse() function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 to the usual if-then-else construct found in most languages, R includes a vectorized version,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ifelse()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ifelse( b, u, v</a:t>
            </a:r>
            <a:r>
              <a:rPr lang="en-US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endParaRPr lang="en-US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b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Boolean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vector , u &amp; v are vectors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x&lt;-2:10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ifelse(x%%2==0, “Even”, “Odd”)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ifelse(x&gt;5, x+2, x+3)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 Element Names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x&lt;-c(1,2,4)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names(x)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names(x)&lt;- c(“a”, “b”, “c”)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names(x)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names(x)&lt;-NULL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727700" y="2842379"/>
            <a:ext cx="49149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 over standard if-else construct is that it is vectorized, thus potentially much faster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727700" y="4833858"/>
            <a:ext cx="49149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Assign vector element names using names() function. Remove names by assigning NULL</a:t>
            </a:r>
          </a:p>
          <a:p>
            <a:pPr algn="ctr"/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6210661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Rectangle 2"/>
          <p:cNvSpPr/>
          <p:nvPr/>
        </p:nvSpPr>
        <p:spPr>
          <a:xfrm>
            <a:off x="279400" y="533400"/>
            <a:ext cx="5588000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just"/>
            <a:r>
              <a:rPr lang="en-US" sz="4400" dirty="0"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Matrices</a:t>
            </a:r>
            <a:endParaRPr lang="en-IN" sz="4400" dirty="0"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79400" y="1224047"/>
            <a:ext cx="116078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vector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 two additional attributes: number of rows &amp; number of columns. Matrices are special cases of arrays which can be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multidimensional.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Matrices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Matrix row &amp; column subscripts begin with 1. Ex: a[1,1] is the first element of the matrix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Use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function: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y&lt;- matrix(c(1,2,3,4), nrow=2, ncol=2)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y&lt;- matrix(nrow=2,ncol=2)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y[1,1]&lt;-1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y[2,1]&lt;-2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y[1,2]&lt;-3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y[2,2]&lt;-4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y1&lt;-matrix(c(1,2,3,4),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nrow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=2,ncol=2,byrow=TRUE)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y2&lt;- cbind(c(1,2),c(3,4))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y3&lt;- rbind(c(1,3),c(2,4))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854700" y="3440038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we construct a matrix directly with data elements, the matrix content is filled along the column orientation by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4700" y="4546453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byrow argument enables input to be read along row orientation form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4700" y="5329598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cbind() &amp; rbind() combines vectors, matrices, data frames by column &amp; row respectively</a:t>
            </a:r>
          </a:p>
        </p:txBody>
      </p:sp>
    </p:spTree>
    <p:extLst>
      <p:ext uri="{BB962C8B-B14F-4D97-AF65-F5344CB8AC3E}">
        <p14:creationId xmlns:p14="http://schemas.microsoft.com/office/powerpoint/2010/main" val="191938955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81000" y="681990"/>
            <a:ext cx="11391900" cy="59093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Computations</a:t>
            </a:r>
          </a:p>
          <a:p>
            <a:r>
              <a:rPr lang="en-US" dirty="0"/>
              <a:t>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matrix operations use the same symbols as the math operations</a:t>
            </a:r>
          </a:p>
          <a:p>
            <a:r>
              <a:rPr lang="en-US" dirty="0"/>
              <a:t>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mat1&lt;-matrix(1:6,nrow=2,ncol=3)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mat2&lt;-matrix(1:6,nrow=2,ncol=3,byrow=TRUE)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t(mat1)                                  # Transpose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mat1+mat2                           # Addition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mat1-mat2                            # Subtraction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mat3&lt;-mat1 %*% t(mat2)   # Matrix multiplication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det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(mat3)                              # Determinant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solve(mat3)                          # Inverse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mat1*2                                 # Element wise multiplication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mat1*mat2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mat1/2                                 # Element wise division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mat1/mat2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Indexing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mat&lt;- matrix(1:12,3,4)     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mat[2:3,]                            # Extract 2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3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mat[, c(1,3)]                      # Extract 1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3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mat[,-4]                             # Exclude 4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</a:t>
            </a:r>
          </a:p>
          <a:p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0" y="2436693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 the difference in symbols used for matrix multiplication &amp; element wise multiplication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5614967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vector indexing</a:t>
            </a:r>
          </a:p>
        </p:txBody>
      </p:sp>
    </p:spTree>
    <p:extLst>
      <p:ext uri="{BB962C8B-B14F-4D97-AF65-F5344CB8AC3E}">
        <p14:creationId xmlns:p14="http://schemas.microsoft.com/office/powerpoint/2010/main" val="67755239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368300" y="749300"/>
            <a:ext cx="114935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mat&lt;-matrix(c(1,2,2,3,3,4),nrow=3,ncol=2,byrow=TRUE)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&lt;-mat[ ,2]&gt;=3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mat[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# 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mat[mat[,2]&gt;=3, ]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z&lt;-c(5,12,13)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x[z%%2==1, ]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m&lt;-matrix(1:6,2,2)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m[m[ ,1]&gt;1 &amp; m[ ,2]&gt;5, 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m[m[ ,1]&gt;1 &amp; m[ ,2]&gt;5, ,drop=FALSE]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m&lt;- matrix(c(5,2,9,-1,10,11),3,2)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which(m&gt;2)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553200" y="1941393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Matrix filtering is similar to vector filtering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53200" y="2688292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 criterion can be based on a different variable from the one to which filtering will be applied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200" y="4037042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drop=FALSE argument retains the two dimensional nature of the data</a:t>
            </a:r>
          </a:p>
        </p:txBody>
      </p:sp>
    </p:spTree>
    <p:extLst>
      <p:ext uri="{BB962C8B-B14F-4D97-AF65-F5344CB8AC3E}">
        <p14:creationId xmlns:p14="http://schemas.microsoft.com/office/powerpoint/2010/main" val="19147487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279400" y="2197100"/>
            <a:ext cx="2641600" cy="330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002">
            <a:schemeClr val="lt2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787400"/>
            <a:ext cx="115824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apply() function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One of the most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famous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popular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features is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apply()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family of functions, such as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apply(), lapply(), sapply(), mapply(), tapply().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us look at apply() which is used to evaluate a function over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margins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a matrix.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apply(m, dimcode, f, fargs)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where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 is the matrix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dimcode is the dimension, 1 if function applies to rows, 2 for columns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 is the function to be applied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fargs is an optional set of arguments to be supplied to f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m&lt;-matrix(1:6,3,2)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apply(m,2,mean)                                   #Column means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apply(m,1,max)                                     #Row maximum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x&lt;-matrix( rnorm(200),20,10)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apply(x,1,quantile,probs=c(0.25,0.75))#1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3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quartile of each row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010400" y="4005360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 not loop , use apply() in 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10400" y="4942383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code compact, easier to read, modify and avoid possible bugs </a:t>
            </a:r>
          </a:p>
        </p:txBody>
      </p:sp>
    </p:spTree>
    <p:extLst>
      <p:ext uri="{BB962C8B-B14F-4D97-AF65-F5344CB8AC3E}">
        <p14:creationId xmlns:p14="http://schemas.microsoft.com/office/powerpoint/2010/main" val="312178440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774700"/>
            <a:ext cx="11912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Adding/Deleting matrix rows &amp; columns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 matrix(1:12,3,4)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one&lt;- c(1,1,1)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mat&lt;-cbind( one, mat)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odd&lt;- c(3,5,7,9,11)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mat&lt;-rbind( mat, odd)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mat&lt;-mat[c(1,3), ]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Naming matrices/Other functions</a:t>
            </a:r>
          </a:p>
          <a:p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mat&lt;-matrix(1:4,2,2)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colnames(mat)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colnames(mat)&lt;-c(“a”, “b”)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rownames(mat)&lt;-c(“Row1”, “Row2”)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dim(mat)                      #Get dimensions of matrix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nrow(mat)                    #Alt: dim(mat)[1]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ncol(mat)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#Alt: dim(mat)[2]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537200" y="1605696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cbind() &amp; rbind() functions let you add columns &amp; rows to a matrix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537200" y="3010912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Delete columns/rows by reassignment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37200" y="4431962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Similar to names() function for vectors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7200" y="5621822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Useful while writing functions whose argument is a matrix</a:t>
            </a:r>
          </a:p>
        </p:txBody>
      </p:sp>
    </p:spTree>
    <p:extLst>
      <p:ext uri="{BB962C8B-B14F-4D97-AF65-F5344CB8AC3E}">
        <p14:creationId xmlns:p14="http://schemas.microsoft.com/office/powerpoint/2010/main" val="36073322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/>
          <p:cNvSpPr txBox="1"/>
          <p:nvPr/>
        </p:nvSpPr>
        <p:spPr>
          <a:xfrm>
            <a:off x="266700" y="529422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9400" y="1208817"/>
            <a:ext cx="115951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list is a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collection of objects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elements of a list can be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types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object and can be of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lengths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Plays a central role in R and forms a basis for data frames &amp; object oriented programming.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Lists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x&lt;-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list( first=1:10, second=c("yes", "no"), third=c(T,F), fourth= gl(2,3) 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x1&lt;-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list(1:10, c("yes", "no"), c(T,F), gl(2,3) 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y&lt;-vector(mode="list")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y[["first"]]&lt;-1:10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y[["second"]]&lt;-c("yes","no")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y[["third"]]&lt;-c(T,F)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y[["fourth"]]&lt;-gl(2,3)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Indexing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x$first                      #Extract component of list                 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x[[1]]                       # 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x[[“first”]]              # 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x[1:3]                      #Extract more than 1 component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x[[“first”]][5]         #Extract a particular element of component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375400" y="3514393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Lists are also vectors so they can be created via vector()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75400" y="2515811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names in lists makes it clearer &amp; less error prone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75400" y="4836141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[[ ]] to access list components</a:t>
            </a:r>
          </a:p>
        </p:txBody>
      </p:sp>
    </p:spTree>
    <p:extLst>
      <p:ext uri="{BB962C8B-B14F-4D97-AF65-F5344CB8AC3E}">
        <p14:creationId xmlns:p14="http://schemas.microsoft.com/office/powerpoint/2010/main" val="424120710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774700"/>
            <a:ext cx="115951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Adding/Deleting List Elements</a:t>
            </a:r>
          </a:p>
          <a:p>
            <a:r>
              <a:rPr lang="en-US" dirty="0"/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z &lt;-list(a=“abc”, b=12)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z$c &lt;-"New”     #Adding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z[[4]] &lt;-27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z[5:7] &lt;-c(FALSE,TRUE,FALSE)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z$b &lt;-NULL     #Deleting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z1&lt;-c( z, list(last=matrix(1:6,3,2))) #Concatenate lists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unlist() &amp; names() function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l&lt;-list(a=1:100,b=2:5)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names(l)                       #Get tags of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unlist(l)                        # List to vector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list1&lt;-list(name="Joe", salary=5500,Graduate=TRUE)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unlist(list1)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names(list1)&lt;-NULL   #Remove names from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list1&lt;-unname(list1)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54700" y="1573430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Adding/Deleting list elements are often required in 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854700" y="2649159"/>
            <a:ext cx="4495800" cy="369332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Indices of list get adjusted after deletion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854700" y="321670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Concatenating lists is another way for adding list elements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4700" y="4955170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unlist()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flattens the list into a vector, and coerce types so that all elements are of the same type</a:t>
            </a:r>
          </a:p>
        </p:txBody>
      </p:sp>
    </p:spTree>
    <p:extLst>
      <p:ext uri="{BB962C8B-B14F-4D97-AF65-F5344CB8AC3E}">
        <p14:creationId xmlns:p14="http://schemas.microsoft.com/office/powerpoint/2010/main" val="152400317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876300"/>
            <a:ext cx="1159510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lapply() &amp; sapply() functions</a:t>
            </a:r>
          </a:p>
          <a:p>
            <a:r>
              <a:rPr lang="en-US" dirty="0"/>
              <a:t>    </a:t>
            </a:r>
          </a:p>
          <a:p>
            <a:r>
              <a:rPr lang="en-US" dirty="0"/>
              <a:t>   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functions are handy for applying functions to lists: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lapply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sapply</a:t>
            </a: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x&lt;-list(a=1:5,b=</a:t>
            </a:r>
            <a:r>
              <a:rPr lang="en-US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rnorm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(100), c=c(23,45,67))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lapply(x, median)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lapply(x, function(y) (max(y)+min(y))/3)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lapply(x, function(y) c(min(y),max(y),mean(y),median(y)))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sapply(x, median)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sapply(x, function(y) (max(y)+min(y))/3)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desc&lt;-sapply(x, function(y) c(min(y),max(y),mean(y),median(y)))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rownames(desc)&lt;-c("Min", "Max", "Mean", "Median")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lapply()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workhorse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many other *apply functions. Peel back their code and you will find lapply  underneath.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6900" y="2208429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lapply() loops over a list and evaluates a function on each component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6900" y="3568678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sapply() is a user-friendly version of lapply() by default returning a vector or matrix if appropriate</a:t>
            </a:r>
          </a:p>
        </p:txBody>
      </p:sp>
    </p:spTree>
    <p:extLst>
      <p:ext uri="{BB962C8B-B14F-4D97-AF65-F5344CB8AC3E}">
        <p14:creationId xmlns:p14="http://schemas.microsoft.com/office/powerpoint/2010/main" val="155498458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TextBox 5"/>
          <p:cNvSpPr txBox="1"/>
          <p:nvPr/>
        </p:nvSpPr>
        <p:spPr>
          <a:xfrm>
            <a:off x="266700" y="656422"/>
            <a:ext cx="57277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Frames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279400" y="1425863"/>
            <a:ext cx="1159510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data frame is like a matrix, with a two dimensional row &amp; column structure. However each column may have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modes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Technically, a data frame is a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list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equal length vectors. Most of 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 life datasets are data frames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data frames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kids=c("Jack", "Jill")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ages&lt;-c(12,10)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d&lt;-data.frame( kids, ages, stringsAsFactors=FALSE)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Accessing data frames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#Since data frame is a list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d[[1]]                                  #First column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d$kids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#Since data frame is matrix like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d[ , 1]                                   # First column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d[ , colnames(d)=="kids"]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d[ , "kids"]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350000" y="2449729"/>
            <a:ext cx="4495800" cy="923330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 default all character vectors are converted to factors while creating data frames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0000" y="4142500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clearer &amp; safer to extract columns by column names</a:t>
            </a:r>
          </a:p>
        </p:txBody>
      </p:sp>
    </p:spTree>
    <p:extLst>
      <p:ext uri="{BB962C8B-B14F-4D97-AF65-F5344CB8AC3E}">
        <p14:creationId xmlns:p14="http://schemas.microsoft.com/office/powerpoint/2010/main" val="72215685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" name="TextBox 1"/>
          <p:cNvSpPr txBox="1"/>
          <p:nvPr/>
        </p:nvSpPr>
        <p:spPr>
          <a:xfrm>
            <a:off x="279400" y="762000"/>
            <a:ext cx="11582400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Filtering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/>
              <a:t>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data&lt;-read.table("C:\\Users\\Suprit\\Desktop\\example.txt",header=TRUE)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data[2:5, ]                                  # 2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nd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5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rows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data[2:5,4]                                 # 4</a:t>
            </a:r>
            <a:r>
              <a:rPr lang="en-US" b="1" i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column of above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data[2:5,4,drop=FALSE]          # Retains the data frame structure 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data[ data$maths &gt;80 &amp; data$statistics &gt;90, ]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subset(data, maths &gt;80 &amp; statistics &gt;90)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rbind() &amp; cbind()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kids=c("Jack", "Jill")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ages&lt;-c(12,10)</a:t>
            </a:r>
          </a:p>
          <a:p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d&lt;-data.frame( kids, ages, stringsAsFactors=FALSE)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d&lt;-rbind(d, list(" Laura ",19))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d&lt;-cbind(d, c(89,45,76))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names(d)[3]&lt;-"Marks"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46900" y="2054661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Mostly imported data sets are stored as data frames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6900" y="4085986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rbind() &amp; cbind() are used to append data frames</a:t>
            </a:r>
          </a:p>
        </p:txBody>
      </p:sp>
    </p:spTree>
    <p:extLst>
      <p:ext uri="{BB962C8B-B14F-4D97-AF65-F5344CB8AC3E}">
        <p14:creationId xmlns:p14="http://schemas.microsoft.com/office/powerpoint/2010/main" val="37048727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266700" y="2413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/>
          <p:cNvSpPr/>
          <p:nvPr/>
        </p:nvSpPr>
        <p:spPr>
          <a:xfrm>
            <a:off x="279400" y="6299200"/>
            <a:ext cx="11595100" cy="292100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" name="TextBox 2"/>
          <p:cNvSpPr txBox="1"/>
          <p:nvPr/>
        </p:nvSpPr>
        <p:spPr>
          <a:xfrm>
            <a:off x="266700" y="666889"/>
            <a:ext cx="115951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apply, lapply &amp; sapply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data&lt;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-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read.table("C:\\Users\\Suprit\\Desktop\\example.txt",header=TRUE)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apply(data[ ,3:5],1,max)</a:t>
            </a:r>
            <a:endParaRPr lang="en-IN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data1&lt;-lapply(data, sort)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data2&lt;-sapply(data[ ,3:5], function(x) c(sum(x),mean(x)))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rownames(data2)&lt;-c("Total Marks", "Average Marks")</a:t>
            </a:r>
          </a:p>
          <a:p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i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attach(), detach() &amp; with()</a:t>
            </a:r>
          </a:p>
          <a:p>
            <a:endParaRPr lang="en-US" b="1" i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/>
              <a:t>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attach()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frame to the R search path.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detach()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function 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data frame from  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the search path.</a:t>
            </a: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attach(data)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statistics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maths + computer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detach(data)</a:t>
            </a:r>
          </a:p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</a:t>
            </a:r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#Alternative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with(data, {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print(statistics)</a:t>
            </a:r>
          </a:p>
          <a:p>
            <a:r>
              <a:rPr lang="en-US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print(maths + computer)</a:t>
            </a:r>
            <a:r>
              <a:rPr lang="en-IN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})</a:t>
            </a:r>
            <a:endParaRPr lang="en-US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680200" y="1931422"/>
            <a:ext cx="4495800" cy="646331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data frame is both a list &amp; matrix like we are able to apply all three functions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80200" y="3947308"/>
            <a:ext cx="4495800" cy="1477328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attach() function in R makes objects within data frames accessible in R with fewer keystrokes. Should be avoided since there may be multiple objects with same name.</a:t>
            </a:r>
          </a:p>
        </p:txBody>
      </p:sp>
    </p:spTree>
    <p:extLst>
      <p:ext uri="{BB962C8B-B14F-4D97-AF65-F5344CB8AC3E}">
        <p14:creationId xmlns:p14="http://schemas.microsoft.com/office/powerpoint/2010/main" val="28048131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3133</TotalTime>
  <Words>6288</Words>
  <Application>Microsoft Macintosh PowerPoint</Application>
  <PresentationFormat>Widescreen</PresentationFormat>
  <Paragraphs>793</Paragraphs>
  <Slides>43</Slides>
  <Notes>43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1" baseType="lpstr">
      <vt:lpstr>Arial</vt:lpstr>
      <vt:lpstr>Arial Black</vt:lpstr>
      <vt:lpstr>Calibri</vt:lpstr>
      <vt:lpstr>Calibri Light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Suprit</dc:creator>
  <cp:lastModifiedBy>Shireesha1 Nampalli</cp:lastModifiedBy>
  <cp:revision>277</cp:revision>
  <dcterms:created xsi:type="dcterms:W3CDTF">2014-08-22T17:14:45Z</dcterms:created>
  <dcterms:modified xsi:type="dcterms:W3CDTF">2026-05-04T01:52:29Z</dcterms:modified>
</cp:coreProperties>
</file>